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58" r:id="rId4"/>
    <p:sldId id="271" r:id="rId5"/>
    <p:sldId id="272" r:id="rId6"/>
    <p:sldId id="270" r:id="rId7"/>
    <p:sldId id="259" r:id="rId8"/>
    <p:sldId id="268" r:id="rId9"/>
    <p:sldId id="267" r:id="rId10"/>
    <p:sldId id="275" r:id="rId11"/>
    <p:sldId id="27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0DC018-AC4D-496E-9A4C-D7E9A068DEF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DC8416B-519A-4341-8B46-E26D975A1152}">
      <dgm:prSet custT="1"/>
      <dgm:spPr/>
      <dgm:t>
        <a:bodyPr/>
        <a:lstStyle/>
        <a:p>
          <a:pPr algn="ctr"/>
          <a:r>
            <a:rPr lang="en-IN" sz="4000" baseline="0" dirty="0"/>
            <a:t>1. Components</a:t>
          </a:r>
          <a:endParaRPr lang="en-IN" sz="4000" dirty="0"/>
        </a:p>
      </dgm:t>
    </dgm:pt>
    <dgm:pt modelId="{2BC31F0C-7068-4565-BCB5-5369EE5B2D28}" type="parTrans" cxnId="{3A2074FD-3BA1-47DB-AC97-92BD184F5576}">
      <dgm:prSet/>
      <dgm:spPr/>
      <dgm:t>
        <a:bodyPr/>
        <a:lstStyle/>
        <a:p>
          <a:endParaRPr lang="en-IN"/>
        </a:p>
      </dgm:t>
    </dgm:pt>
    <dgm:pt modelId="{EBFB63C2-478B-4CD4-8B26-857F7F315C24}" type="sibTrans" cxnId="{3A2074FD-3BA1-47DB-AC97-92BD184F5576}">
      <dgm:prSet/>
      <dgm:spPr/>
      <dgm:t>
        <a:bodyPr/>
        <a:lstStyle/>
        <a:p>
          <a:endParaRPr lang="en-IN"/>
        </a:p>
      </dgm:t>
    </dgm:pt>
    <dgm:pt modelId="{1C822634-F571-4402-95C1-5474ABD567AE}" type="pres">
      <dgm:prSet presAssocID="{320DC018-AC4D-496E-9A4C-D7E9A068DEF5}" presName="linear" presStyleCnt="0">
        <dgm:presLayoutVars>
          <dgm:animLvl val="lvl"/>
          <dgm:resizeHandles val="exact"/>
        </dgm:presLayoutVars>
      </dgm:prSet>
      <dgm:spPr/>
    </dgm:pt>
    <dgm:pt modelId="{196182DB-902D-46B6-B439-A6B20F0E8B01}" type="pres">
      <dgm:prSet presAssocID="{CDC8416B-519A-4341-8B46-E26D975A1152}" presName="parentText" presStyleLbl="node1" presStyleIdx="0" presStyleCnt="1" custLinFactNeighborX="-21429" custLinFactNeighborY="-7424">
        <dgm:presLayoutVars>
          <dgm:chMax val="0"/>
          <dgm:bulletEnabled val="1"/>
        </dgm:presLayoutVars>
      </dgm:prSet>
      <dgm:spPr/>
    </dgm:pt>
  </dgm:ptLst>
  <dgm:cxnLst>
    <dgm:cxn modelId="{7A5863B8-50B6-40BF-9ED8-9F92AFDABEBA}" type="presOf" srcId="{CDC8416B-519A-4341-8B46-E26D975A1152}" destId="{196182DB-902D-46B6-B439-A6B20F0E8B01}" srcOrd="0" destOrd="0" presId="urn:microsoft.com/office/officeart/2005/8/layout/vList2"/>
    <dgm:cxn modelId="{40EABEFB-8B89-487D-82C9-A8E09CFC09EC}" type="presOf" srcId="{320DC018-AC4D-496E-9A4C-D7E9A068DEF5}" destId="{1C822634-F571-4402-95C1-5474ABD567AE}" srcOrd="0" destOrd="0" presId="urn:microsoft.com/office/officeart/2005/8/layout/vList2"/>
    <dgm:cxn modelId="{3A2074FD-3BA1-47DB-AC97-92BD184F5576}" srcId="{320DC018-AC4D-496E-9A4C-D7E9A068DEF5}" destId="{CDC8416B-519A-4341-8B46-E26D975A1152}" srcOrd="0" destOrd="0" parTransId="{2BC31F0C-7068-4565-BCB5-5369EE5B2D28}" sibTransId="{EBFB63C2-478B-4CD4-8B26-857F7F315C24}"/>
    <dgm:cxn modelId="{D0D7BEDE-807B-4F52-8123-9E913FCC468A}" type="presParOf" srcId="{1C822634-F571-4402-95C1-5474ABD567AE}" destId="{196182DB-902D-46B6-B439-A6B20F0E8B0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0836AF-501C-4575-8DB6-4C5BFEA1C08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926EB07-4F20-4E34-8311-02749579FC12}">
      <dgm:prSet custT="1"/>
      <dgm:spPr/>
      <dgm:t>
        <a:bodyPr/>
        <a:lstStyle/>
        <a:p>
          <a:pPr algn="ctr"/>
          <a:r>
            <a:rPr lang="en-US" sz="4000" baseline="0" dirty="0"/>
            <a:t>2.</a:t>
          </a:r>
          <a:r>
            <a:rPr lang="en-IN" sz="4000" baseline="0" dirty="0"/>
            <a:t> Component Structure</a:t>
          </a:r>
          <a:endParaRPr lang="en-IN" sz="4000" dirty="0"/>
        </a:p>
      </dgm:t>
    </dgm:pt>
    <dgm:pt modelId="{2E9F4C5B-2765-4B0F-9BAE-6C60B9B3AF37}" type="parTrans" cxnId="{0C4F560A-D591-4BE8-B59A-DF0EC2AA0208}">
      <dgm:prSet/>
      <dgm:spPr/>
      <dgm:t>
        <a:bodyPr/>
        <a:lstStyle/>
        <a:p>
          <a:endParaRPr lang="en-IN"/>
        </a:p>
      </dgm:t>
    </dgm:pt>
    <dgm:pt modelId="{4537CFBF-26DF-4F5B-88D3-E036BD1C3922}" type="sibTrans" cxnId="{0C4F560A-D591-4BE8-B59A-DF0EC2AA0208}">
      <dgm:prSet/>
      <dgm:spPr/>
      <dgm:t>
        <a:bodyPr/>
        <a:lstStyle/>
        <a:p>
          <a:endParaRPr lang="en-IN"/>
        </a:p>
      </dgm:t>
    </dgm:pt>
    <dgm:pt modelId="{33E6EE49-F8CE-486B-9C7D-7C5481A09FFA}" type="pres">
      <dgm:prSet presAssocID="{F60836AF-501C-4575-8DB6-4C5BFEA1C084}" presName="linear" presStyleCnt="0">
        <dgm:presLayoutVars>
          <dgm:animLvl val="lvl"/>
          <dgm:resizeHandles val="exact"/>
        </dgm:presLayoutVars>
      </dgm:prSet>
      <dgm:spPr/>
    </dgm:pt>
    <dgm:pt modelId="{F89FF456-B892-4741-B4B9-33905C315802}" type="pres">
      <dgm:prSet presAssocID="{A926EB07-4F20-4E34-8311-02749579FC1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C4F560A-D591-4BE8-B59A-DF0EC2AA0208}" srcId="{F60836AF-501C-4575-8DB6-4C5BFEA1C084}" destId="{A926EB07-4F20-4E34-8311-02749579FC12}" srcOrd="0" destOrd="0" parTransId="{2E9F4C5B-2765-4B0F-9BAE-6C60B9B3AF37}" sibTransId="{4537CFBF-26DF-4F5B-88D3-E036BD1C3922}"/>
    <dgm:cxn modelId="{D11DCC2E-A6CB-45E6-8681-56334502564D}" type="presOf" srcId="{F60836AF-501C-4575-8DB6-4C5BFEA1C084}" destId="{33E6EE49-F8CE-486B-9C7D-7C5481A09FFA}" srcOrd="0" destOrd="0" presId="urn:microsoft.com/office/officeart/2005/8/layout/vList2"/>
    <dgm:cxn modelId="{2531A0ED-7BBA-449A-85DD-756ED9AB5232}" type="presOf" srcId="{A926EB07-4F20-4E34-8311-02749579FC12}" destId="{F89FF456-B892-4741-B4B9-33905C315802}" srcOrd="0" destOrd="0" presId="urn:microsoft.com/office/officeart/2005/8/layout/vList2"/>
    <dgm:cxn modelId="{F6B94A67-0828-4B06-8458-72E57BA73F28}" type="presParOf" srcId="{33E6EE49-F8CE-486B-9C7D-7C5481A09FFA}" destId="{F89FF456-B892-4741-B4B9-33905C31580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60836AF-501C-4575-8DB6-4C5BFEA1C08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926EB07-4F20-4E34-8311-02749579FC12}">
      <dgm:prSet custT="1"/>
      <dgm:spPr/>
      <dgm:t>
        <a:bodyPr/>
        <a:lstStyle/>
        <a:p>
          <a:pPr algn="ctr"/>
          <a:r>
            <a:rPr lang="en-IN" sz="4000" dirty="0"/>
            <a:t>3. </a:t>
          </a:r>
          <a:r>
            <a:rPr lang="en-GB" sz="4000" dirty="0"/>
            <a:t>Creating Components with Angular CLI</a:t>
          </a:r>
          <a:endParaRPr lang="en-IN" sz="4000" dirty="0"/>
        </a:p>
      </dgm:t>
    </dgm:pt>
    <dgm:pt modelId="{2E9F4C5B-2765-4B0F-9BAE-6C60B9B3AF37}" type="parTrans" cxnId="{0C4F560A-D591-4BE8-B59A-DF0EC2AA0208}">
      <dgm:prSet/>
      <dgm:spPr/>
      <dgm:t>
        <a:bodyPr/>
        <a:lstStyle/>
        <a:p>
          <a:endParaRPr lang="en-IN"/>
        </a:p>
      </dgm:t>
    </dgm:pt>
    <dgm:pt modelId="{4537CFBF-26DF-4F5B-88D3-E036BD1C3922}" type="sibTrans" cxnId="{0C4F560A-D591-4BE8-B59A-DF0EC2AA0208}">
      <dgm:prSet/>
      <dgm:spPr/>
      <dgm:t>
        <a:bodyPr/>
        <a:lstStyle/>
        <a:p>
          <a:endParaRPr lang="en-IN"/>
        </a:p>
      </dgm:t>
    </dgm:pt>
    <dgm:pt modelId="{33E6EE49-F8CE-486B-9C7D-7C5481A09FFA}" type="pres">
      <dgm:prSet presAssocID="{F60836AF-501C-4575-8DB6-4C5BFEA1C084}" presName="linear" presStyleCnt="0">
        <dgm:presLayoutVars>
          <dgm:animLvl val="lvl"/>
          <dgm:resizeHandles val="exact"/>
        </dgm:presLayoutVars>
      </dgm:prSet>
      <dgm:spPr/>
    </dgm:pt>
    <dgm:pt modelId="{F89FF456-B892-4741-B4B9-33905C315802}" type="pres">
      <dgm:prSet presAssocID="{A926EB07-4F20-4E34-8311-02749579FC1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C4F560A-D591-4BE8-B59A-DF0EC2AA0208}" srcId="{F60836AF-501C-4575-8DB6-4C5BFEA1C084}" destId="{A926EB07-4F20-4E34-8311-02749579FC12}" srcOrd="0" destOrd="0" parTransId="{2E9F4C5B-2765-4B0F-9BAE-6C60B9B3AF37}" sibTransId="{4537CFBF-26DF-4F5B-88D3-E036BD1C3922}"/>
    <dgm:cxn modelId="{D11DCC2E-A6CB-45E6-8681-56334502564D}" type="presOf" srcId="{F60836AF-501C-4575-8DB6-4C5BFEA1C084}" destId="{33E6EE49-F8CE-486B-9C7D-7C5481A09FFA}" srcOrd="0" destOrd="0" presId="urn:microsoft.com/office/officeart/2005/8/layout/vList2"/>
    <dgm:cxn modelId="{2531A0ED-7BBA-449A-85DD-756ED9AB5232}" type="presOf" srcId="{A926EB07-4F20-4E34-8311-02749579FC12}" destId="{F89FF456-B892-4741-B4B9-33905C315802}" srcOrd="0" destOrd="0" presId="urn:microsoft.com/office/officeart/2005/8/layout/vList2"/>
    <dgm:cxn modelId="{F6B94A67-0828-4B06-8458-72E57BA73F28}" type="presParOf" srcId="{33E6EE49-F8CE-486B-9C7D-7C5481A09FFA}" destId="{F89FF456-B892-4741-B4B9-33905C31580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BAADCA4-F7CB-40F9-8B7D-4DF492F2422D}" type="doc">
      <dgm:prSet loTypeId="urn:microsoft.com/office/officeart/2005/8/layout/vProcess5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80424C0A-AEBE-4A83-A463-1B6E00ADD26F}">
      <dgm:prSet phldrT="[Text]" custT="1"/>
      <dgm:spPr/>
      <dgm:t>
        <a:bodyPr/>
        <a:lstStyle/>
        <a:p>
          <a:r>
            <a:rPr lang="en-US" sz="1400" b="1" dirty="0">
              <a:solidFill>
                <a:schemeClr val="tx1"/>
              </a:solidFill>
            </a:rPr>
            <a:t>1. Create a Basic Component</a:t>
          </a:r>
        </a:p>
        <a:p>
          <a:r>
            <a:rPr lang="en-US" sz="1400" b="1" dirty="0">
              <a:solidFill>
                <a:schemeClr val="tx1"/>
              </a:solidFill>
            </a:rPr>
            <a:t>ng generate component component-name</a:t>
          </a:r>
        </a:p>
        <a:p>
          <a:r>
            <a:rPr lang="en-US" sz="1400" b="1" dirty="0">
              <a:solidFill>
                <a:schemeClr val="tx1"/>
              </a:solidFill>
            </a:rPr>
            <a:t>// or shorthand:</a:t>
          </a:r>
        </a:p>
        <a:p>
          <a:r>
            <a:rPr lang="en-US" sz="1400" b="1" dirty="0">
              <a:solidFill>
                <a:schemeClr val="tx1"/>
              </a:solidFill>
            </a:rPr>
            <a:t>ng g c component-name</a:t>
          </a:r>
          <a:endParaRPr lang="en-IN" sz="1400" b="1" dirty="0"/>
        </a:p>
      </dgm:t>
    </dgm:pt>
    <dgm:pt modelId="{17751C93-D057-4695-B8AE-57822DA9CA26}" type="parTrans" cxnId="{76C3CDD7-C4F2-4715-8DA0-F580463E9B2F}">
      <dgm:prSet/>
      <dgm:spPr/>
      <dgm:t>
        <a:bodyPr/>
        <a:lstStyle/>
        <a:p>
          <a:endParaRPr lang="en-IN"/>
        </a:p>
      </dgm:t>
    </dgm:pt>
    <dgm:pt modelId="{086ED988-33CF-4341-8B18-3349DEE1B609}" type="sibTrans" cxnId="{76C3CDD7-C4F2-4715-8DA0-F580463E9B2F}">
      <dgm:prSet/>
      <dgm:spPr/>
      <dgm:t>
        <a:bodyPr/>
        <a:lstStyle/>
        <a:p>
          <a:endParaRPr lang="en-IN"/>
        </a:p>
      </dgm:t>
    </dgm:pt>
    <dgm:pt modelId="{796017DE-CF2B-4F2C-A7BC-C7FA1958647D}">
      <dgm:prSet phldrT="[Text]" custT="1"/>
      <dgm:spPr/>
      <dgm:t>
        <a:bodyPr/>
        <a:lstStyle/>
        <a:p>
          <a:r>
            <a:rPr lang="en-US" sz="1400" b="1" dirty="0">
              <a:solidFill>
                <a:schemeClr val="tx1"/>
              </a:solidFill>
            </a:rPr>
            <a:t>2. Create a Component Inside a Folder</a:t>
          </a:r>
        </a:p>
        <a:p>
          <a:r>
            <a:rPr lang="en-US" sz="1400" b="1" dirty="0">
              <a:solidFill>
                <a:schemeClr val="tx1"/>
              </a:solidFill>
            </a:rPr>
            <a:t>ng g c user/profile // creates: user/profile component</a:t>
          </a:r>
          <a:endParaRPr lang="en-IN" sz="1400" b="1" dirty="0"/>
        </a:p>
      </dgm:t>
    </dgm:pt>
    <dgm:pt modelId="{B9814845-5017-47DB-8006-0947BE41DF8A}" type="parTrans" cxnId="{469D1321-9BF4-44B5-BD3C-A309E2F8C38F}">
      <dgm:prSet/>
      <dgm:spPr/>
      <dgm:t>
        <a:bodyPr/>
        <a:lstStyle/>
        <a:p>
          <a:endParaRPr lang="en-IN"/>
        </a:p>
      </dgm:t>
    </dgm:pt>
    <dgm:pt modelId="{13BF80D5-B80D-44FA-849F-EDD580AC09C1}" type="sibTrans" cxnId="{469D1321-9BF4-44B5-BD3C-A309E2F8C38F}">
      <dgm:prSet/>
      <dgm:spPr/>
      <dgm:t>
        <a:bodyPr/>
        <a:lstStyle/>
        <a:p>
          <a:endParaRPr lang="en-IN"/>
        </a:p>
      </dgm:t>
    </dgm:pt>
    <dgm:pt modelId="{B1BC2A4F-23B0-423F-AAEF-C98EA294E001}">
      <dgm:prSet phldrT="[Text]" custT="1"/>
      <dgm:spPr/>
      <dgm:t>
        <a:bodyPr/>
        <a:lstStyle/>
        <a:p>
          <a:r>
            <a:rPr lang="en-US" sz="1400" b="1" dirty="0">
              <a:solidFill>
                <a:schemeClr val="tx1"/>
              </a:solidFill>
            </a:rPr>
            <a:t>3. Create a Standalone Component (Angular 15+)</a:t>
          </a:r>
        </a:p>
        <a:p>
          <a:r>
            <a:rPr lang="en-US" sz="1400" b="1" dirty="0">
              <a:solidFill>
                <a:schemeClr val="tx1"/>
              </a:solidFill>
            </a:rPr>
            <a:t>Standalone components remove the need for</a:t>
          </a:r>
        </a:p>
        <a:p>
          <a:r>
            <a:rPr lang="en-US" sz="1400" b="1" dirty="0" err="1">
              <a:solidFill>
                <a:schemeClr val="tx1"/>
              </a:solidFill>
            </a:rPr>
            <a:t>NgModules</a:t>
          </a:r>
          <a:r>
            <a:rPr lang="en-US" sz="1400" b="1" dirty="0">
              <a:solidFill>
                <a:schemeClr val="tx1"/>
              </a:solidFill>
            </a:rPr>
            <a:t>.</a:t>
          </a:r>
        </a:p>
        <a:p>
          <a:r>
            <a:rPr lang="en-US" sz="1400" b="1" dirty="0">
              <a:solidFill>
                <a:schemeClr val="tx1"/>
              </a:solidFill>
            </a:rPr>
            <a:t>ng g c dashboard --standalone</a:t>
          </a:r>
          <a:endParaRPr lang="en-IN" sz="1400" b="1" dirty="0"/>
        </a:p>
      </dgm:t>
    </dgm:pt>
    <dgm:pt modelId="{BC341746-6A93-4AE4-9946-5EB19AECAAC2}" type="parTrans" cxnId="{2492F6BB-31D2-4934-B3B0-BD4A7E4F58B3}">
      <dgm:prSet/>
      <dgm:spPr/>
      <dgm:t>
        <a:bodyPr/>
        <a:lstStyle/>
        <a:p>
          <a:endParaRPr lang="en-IN"/>
        </a:p>
      </dgm:t>
    </dgm:pt>
    <dgm:pt modelId="{17C7E8DB-7568-475E-98BC-9266F17275C3}" type="sibTrans" cxnId="{2492F6BB-31D2-4934-B3B0-BD4A7E4F58B3}">
      <dgm:prSet/>
      <dgm:spPr/>
      <dgm:t>
        <a:bodyPr/>
        <a:lstStyle/>
        <a:p>
          <a:endParaRPr lang="en-IN"/>
        </a:p>
      </dgm:t>
    </dgm:pt>
    <dgm:pt modelId="{ABC8AC54-D648-4D16-9B99-D1F80D8B83E2}" type="pres">
      <dgm:prSet presAssocID="{8BAADCA4-F7CB-40F9-8B7D-4DF492F2422D}" presName="outerComposite" presStyleCnt="0">
        <dgm:presLayoutVars>
          <dgm:chMax val="5"/>
          <dgm:dir/>
          <dgm:resizeHandles val="exact"/>
        </dgm:presLayoutVars>
      </dgm:prSet>
      <dgm:spPr/>
    </dgm:pt>
    <dgm:pt modelId="{C794D2A5-0EFD-45A0-A17C-1E1532D4DCEE}" type="pres">
      <dgm:prSet presAssocID="{8BAADCA4-F7CB-40F9-8B7D-4DF492F2422D}" presName="dummyMaxCanvas" presStyleCnt="0">
        <dgm:presLayoutVars/>
      </dgm:prSet>
      <dgm:spPr/>
    </dgm:pt>
    <dgm:pt modelId="{236FE323-99AB-4829-9611-6E705E972F68}" type="pres">
      <dgm:prSet presAssocID="{8BAADCA4-F7CB-40F9-8B7D-4DF492F2422D}" presName="ThreeNodes_1" presStyleLbl="node1" presStyleIdx="0" presStyleCnt="3" custLinFactNeighborX="-26746" custLinFactNeighborY="-67595">
        <dgm:presLayoutVars>
          <dgm:bulletEnabled val="1"/>
        </dgm:presLayoutVars>
      </dgm:prSet>
      <dgm:spPr/>
    </dgm:pt>
    <dgm:pt modelId="{57A48498-5BFF-47A2-A3B3-DD3A98F41281}" type="pres">
      <dgm:prSet presAssocID="{8BAADCA4-F7CB-40F9-8B7D-4DF492F2422D}" presName="ThreeNodes_2" presStyleLbl="node1" presStyleIdx="1" presStyleCnt="3">
        <dgm:presLayoutVars>
          <dgm:bulletEnabled val="1"/>
        </dgm:presLayoutVars>
      </dgm:prSet>
      <dgm:spPr/>
    </dgm:pt>
    <dgm:pt modelId="{FC39B19E-9107-44BD-809A-D9FA0EE6A009}" type="pres">
      <dgm:prSet presAssocID="{8BAADCA4-F7CB-40F9-8B7D-4DF492F2422D}" presName="ThreeNodes_3" presStyleLbl="node1" presStyleIdx="2" presStyleCnt="3">
        <dgm:presLayoutVars>
          <dgm:bulletEnabled val="1"/>
        </dgm:presLayoutVars>
      </dgm:prSet>
      <dgm:spPr/>
    </dgm:pt>
    <dgm:pt modelId="{CB4EF3CD-2D1F-41AF-9ED6-2470F400500B}" type="pres">
      <dgm:prSet presAssocID="{8BAADCA4-F7CB-40F9-8B7D-4DF492F2422D}" presName="ThreeConn_1-2" presStyleLbl="fgAccFollowNode1" presStyleIdx="0" presStyleCnt="2">
        <dgm:presLayoutVars>
          <dgm:bulletEnabled val="1"/>
        </dgm:presLayoutVars>
      </dgm:prSet>
      <dgm:spPr/>
    </dgm:pt>
    <dgm:pt modelId="{89DD5416-0B3E-45D5-81B1-4A32F207EB78}" type="pres">
      <dgm:prSet presAssocID="{8BAADCA4-F7CB-40F9-8B7D-4DF492F2422D}" presName="ThreeConn_2-3" presStyleLbl="fgAccFollowNode1" presStyleIdx="1" presStyleCnt="2">
        <dgm:presLayoutVars>
          <dgm:bulletEnabled val="1"/>
        </dgm:presLayoutVars>
      </dgm:prSet>
      <dgm:spPr/>
    </dgm:pt>
    <dgm:pt modelId="{1064995D-C35E-4C4E-9BA7-0A645AF19B0F}" type="pres">
      <dgm:prSet presAssocID="{8BAADCA4-F7CB-40F9-8B7D-4DF492F2422D}" presName="ThreeNodes_1_text" presStyleLbl="node1" presStyleIdx="2" presStyleCnt="3">
        <dgm:presLayoutVars>
          <dgm:bulletEnabled val="1"/>
        </dgm:presLayoutVars>
      </dgm:prSet>
      <dgm:spPr/>
    </dgm:pt>
    <dgm:pt modelId="{7EE155DC-C936-4BE6-8148-016C09499656}" type="pres">
      <dgm:prSet presAssocID="{8BAADCA4-F7CB-40F9-8B7D-4DF492F2422D}" presName="ThreeNodes_2_text" presStyleLbl="node1" presStyleIdx="2" presStyleCnt="3">
        <dgm:presLayoutVars>
          <dgm:bulletEnabled val="1"/>
        </dgm:presLayoutVars>
      </dgm:prSet>
      <dgm:spPr/>
    </dgm:pt>
    <dgm:pt modelId="{7F467E47-9C44-4B96-863E-B78969F1443B}" type="pres">
      <dgm:prSet presAssocID="{8BAADCA4-F7CB-40F9-8B7D-4DF492F2422D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CC9FDD02-887D-4D26-90BA-6826A6EC1BAB}" type="presOf" srcId="{086ED988-33CF-4341-8B18-3349DEE1B609}" destId="{CB4EF3CD-2D1F-41AF-9ED6-2470F400500B}" srcOrd="0" destOrd="0" presId="urn:microsoft.com/office/officeart/2005/8/layout/vProcess5"/>
    <dgm:cxn modelId="{5DC7DA19-9BE7-421C-BD56-0A9CB8EE6595}" type="presOf" srcId="{8BAADCA4-F7CB-40F9-8B7D-4DF492F2422D}" destId="{ABC8AC54-D648-4D16-9B99-D1F80D8B83E2}" srcOrd="0" destOrd="0" presId="urn:microsoft.com/office/officeart/2005/8/layout/vProcess5"/>
    <dgm:cxn modelId="{469D1321-9BF4-44B5-BD3C-A309E2F8C38F}" srcId="{8BAADCA4-F7CB-40F9-8B7D-4DF492F2422D}" destId="{796017DE-CF2B-4F2C-A7BC-C7FA1958647D}" srcOrd="1" destOrd="0" parTransId="{B9814845-5017-47DB-8006-0947BE41DF8A}" sibTransId="{13BF80D5-B80D-44FA-849F-EDD580AC09C1}"/>
    <dgm:cxn modelId="{E5EA5646-8E13-4440-96AF-83BCAF49B627}" type="presOf" srcId="{B1BC2A4F-23B0-423F-AAEF-C98EA294E001}" destId="{7F467E47-9C44-4B96-863E-B78969F1443B}" srcOrd="1" destOrd="0" presId="urn:microsoft.com/office/officeart/2005/8/layout/vProcess5"/>
    <dgm:cxn modelId="{DF1D657B-1E4F-4575-B660-0188D4FD11A0}" type="presOf" srcId="{B1BC2A4F-23B0-423F-AAEF-C98EA294E001}" destId="{FC39B19E-9107-44BD-809A-D9FA0EE6A009}" srcOrd="0" destOrd="0" presId="urn:microsoft.com/office/officeart/2005/8/layout/vProcess5"/>
    <dgm:cxn modelId="{F8447C7F-824C-4285-BFCA-080CC7170254}" type="presOf" srcId="{796017DE-CF2B-4F2C-A7BC-C7FA1958647D}" destId="{7EE155DC-C936-4BE6-8148-016C09499656}" srcOrd="1" destOrd="0" presId="urn:microsoft.com/office/officeart/2005/8/layout/vProcess5"/>
    <dgm:cxn modelId="{DB620085-2A8C-4C4A-B47C-AD2020F4BFDB}" type="presOf" srcId="{80424C0A-AEBE-4A83-A463-1B6E00ADD26F}" destId="{1064995D-C35E-4C4E-9BA7-0A645AF19B0F}" srcOrd="1" destOrd="0" presId="urn:microsoft.com/office/officeart/2005/8/layout/vProcess5"/>
    <dgm:cxn modelId="{B6FE1FB5-57EA-47CD-8898-CB8652C11285}" type="presOf" srcId="{80424C0A-AEBE-4A83-A463-1B6E00ADD26F}" destId="{236FE323-99AB-4829-9611-6E705E972F68}" srcOrd="0" destOrd="0" presId="urn:microsoft.com/office/officeart/2005/8/layout/vProcess5"/>
    <dgm:cxn modelId="{2492F6BB-31D2-4934-B3B0-BD4A7E4F58B3}" srcId="{8BAADCA4-F7CB-40F9-8B7D-4DF492F2422D}" destId="{B1BC2A4F-23B0-423F-AAEF-C98EA294E001}" srcOrd="2" destOrd="0" parTransId="{BC341746-6A93-4AE4-9946-5EB19AECAAC2}" sibTransId="{17C7E8DB-7568-475E-98BC-9266F17275C3}"/>
    <dgm:cxn modelId="{E616A9D0-FD22-4FF8-A8BC-D4A3C0772938}" type="presOf" srcId="{13BF80D5-B80D-44FA-849F-EDD580AC09C1}" destId="{89DD5416-0B3E-45D5-81B1-4A32F207EB78}" srcOrd="0" destOrd="0" presId="urn:microsoft.com/office/officeart/2005/8/layout/vProcess5"/>
    <dgm:cxn modelId="{76C3CDD7-C4F2-4715-8DA0-F580463E9B2F}" srcId="{8BAADCA4-F7CB-40F9-8B7D-4DF492F2422D}" destId="{80424C0A-AEBE-4A83-A463-1B6E00ADD26F}" srcOrd="0" destOrd="0" parTransId="{17751C93-D057-4695-B8AE-57822DA9CA26}" sibTransId="{086ED988-33CF-4341-8B18-3349DEE1B609}"/>
    <dgm:cxn modelId="{32AC3CF6-796E-4084-AF23-FC6E4F4E2299}" type="presOf" srcId="{796017DE-CF2B-4F2C-A7BC-C7FA1958647D}" destId="{57A48498-5BFF-47A2-A3B3-DD3A98F41281}" srcOrd="0" destOrd="0" presId="urn:microsoft.com/office/officeart/2005/8/layout/vProcess5"/>
    <dgm:cxn modelId="{DB3E0FDC-7521-46ED-9AFB-AE2BB4C1E0F2}" type="presParOf" srcId="{ABC8AC54-D648-4D16-9B99-D1F80D8B83E2}" destId="{C794D2A5-0EFD-45A0-A17C-1E1532D4DCEE}" srcOrd="0" destOrd="0" presId="urn:microsoft.com/office/officeart/2005/8/layout/vProcess5"/>
    <dgm:cxn modelId="{5965E4C2-F708-47AD-B817-0CB9475CF180}" type="presParOf" srcId="{ABC8AC54-D648-4D16-9B99-D1F80D8B83E2}" destId="{236FE323-99AB-4829-9611-6E705E972F68}" srcOrd="1" destOrd="0" presId="urn:microsoft.com/office/officeart/2005/8/layout/vProcess5"/>
    <dgm:cxn modelId="{2B5E61E3-E236-4406-8351-190E56EEE01A}" type="presParOf" srcId="{ABC8AC54-D648-4D16-9B99-D1F80D8B83E2}" destId="{57A48498-5BFF-47A2-A3B3-DD3A98F41281}" srcOrd="2" destOrd="0" presId="urn:microsoft.com/office/officeart/2005/8/layout/vProcess5"/>
    <dgm:cxn modelId="{A318ACDE-649C-444D-961F-8A219D53ED61}" type="presParOf" srcId="{ABC8AC54-D648-4D16-9B99-D1F80D8B83E2}" destId="{FC39B19E-9107-44BD-809A-D9FA0EE6A009}" srcOrd="3" destOrd="0" presId="urn:microsoft.com/office/officeart/2005/8/layout/vProcess5"/>
    <dgm:cxn modelId="{45FE4CD6-866E-4390-9E90-AD64AEBAC305}" type="presParOf" srcId="{ABC8AC54-D648-4D16-9B99-D1F80D8B83E2}" destId="{CB4EF3CD-2D1F-41AF-9ED6-2470F400500B}" srcOrd="4" destOrd="0" presId="urn:microsoft.com/office/officeart/2005/8/layout/vProcess5"/>
    <dgm:cxn modelId="{BFAA31A2-A010-4E7C-93D2-89CFE7A48506}" type="presParOf" srcId="{ABC8AC54-D648-4D16-9B99-D1F80D8B83E2}" destId="{89DD5416-0B3E-45D5-81B1-4A32F207EB78}" srcOrd="5" destOrd="0" presId="urn:microsoft.com/office/officeart/2005/8/layout/vProcess5"/>
    <dgm:cxn modelId="{3BF5AB78-B93E-4C92-A6A9-18D516E5AAFF}" type="presParOf" srcId="{ABC8AC54-D648-4D16-9B99-D1F80D8B83E2}" destId="{1064995D-C35E-4C4E-9BA7-0A645AF19B0F}" srcOrd="6" destOrd="0" presId="urn:microsoft.com/office/officeart/2005/8/layout/vProcess5"/>
    <dgm:cxn modelId="{BCE12120-AAAB-40AE-9A3D-29B769D4A46E}" type="presParOf" srcId="{ABC8AC54-D648-4D16-9B99-D1F80D8B83E2}" destId="{7EE155DC-C936-4BE6-8148-016C09499656}" srcOrd="7" destOrd="0" presId="urn:microsoft.com/office/officeart/2005/8/layout/vProcess5"/>
    <dgm:cxn modelId="{C87FBFBC-A5F7-4EB7-8680-4B6E66EE973F}" type="presParOf" srcId="{ABC8AC54-D648-4D16-9B99-D1F80D8B83E2}" destId="{7F467E47-9C44-4B96-863E-B78969F1443B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60836AF-501C-4575-8DB6-4C5BFEA1C08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926EB07-4F20-4E34-8311-02749579FC12}">
      <dgm:prSet custT="1"/>
      <dgm:spPr/>
      <dgm:t>
        <a:bodyPr/>
        <a:lstStyle/>
        <a:p>
          <a:pPr algn="ctr"/>
          <a:r>
            <a:rPr lang="en-US" sz="4000" baseline="0" dirty="0"/>
            <a:t>4.Component File Breakdown</a:t>
          </a:r>
          <a:endParaRPr lang="en-IN" sz="4000" dirty="0"/>
        </a:p>
      </dgm:t>
    </dgm:pt>
    <dgm:pt modelId="{2E9F4C5B-2765-4B0F-9BAE-6C60B9B3AF37}" type="parTrans" cxnId="{0C4F560A-D591-4BE8-B59A-DF0EC2AA0208}">
      <dgm:prSet/>
      <dgm:spPr/>
      <dgm:t>
        <a:bodyPr/>
        <a:lstStyle/>
        <a:p>
          <a:endParaRPr lang="en-IN"/>
        </a:p>
      </dgm:t>
    </dgm:pt>
    <dgm:pt modelId="{4537CFBF-26DF-4F5B-88D3-E036BD1C3922}" type="sibTrans" cxnId="{0C4F560A-D591-4BE8-B59A-DF0EC2AA0208}">
      <dgm:prSet/>
      <dgm:spPr/>
      <dgm:t>
        <a:bodyPr/>
        <a:lstStyle/>
        <a:p>
          <a:endParaRPr lang="en-IN"/>
        </a:p>
      </dgm:t>
    </dgm:pt>
    <dgm:pt modelId="{33E6EE49-F8CE-486B-9C7D-7C5481A09FFA}" type="pres">
      <dgm:prSet presAssocID="{F60836AF-501C-4575-8DB6-4C5BFEA1C084}" presName="linear" presStyleCnt="0">
        <dgm:presLayoutVars>
          <dgm:animLvl val="lvl"/>
          <dgm:resizeHandles val="exact"/>
        </dgm:presLayoutVars>
      </dgm:prSet>
      <dgm:spPr/>
    </dgm:pt>
    <dgm:pt modelId="{F89FF456-B892-4741-B4B9-33905C315802}" type="pres">
      <dgm:prSet presAssocID="{A926EB07-4F20-4E34-8311-02749579FC1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C4F560A-D591-4BE8-B59A-DF0EC2AA0208}" srcId="{F60836AF-501C-4575-8DB6-4C5BFEA1C084}" destId="{A926EB07-4F20-4E34-8311-02749579FC12}" srcOrd="0" destOrd="0" parTransId="{2E9F4C5B-2765-4B0F-9BAE-6C60B9B3AF37}" sibTransId="{4537CFBF-26DF-4F5B-88D3-E036BD1C3922}"/>
    <dgm:cxn modelId="{D11DCC2E-A6CB-45E6-8681-56334502564D}" type="presOf" srcId="{F60836AF-501C-4575-8DB6-4C5BFEA1C084}" destId="{33E6EE49-F8CE-486B-9C7D-7C5481A09FFA}" srcOrd="0" destOrd="0" presId="urn:microsoft.com/office/officeart/2005/8/layout/vList2"/>
    <dgm:cxn modelId="{2531A0ED-7BBA-449A-85DD-756ED9AB5232}" type="presOf" srcId="{A926EB07-4F20-4E34-8311-02749579FC12}" destId="{F89FF456-B892-4741-B4B9-33905C315802}" srcOrd="0" destOrd="0" presId="urn:microsoft.com/office/officeart/2005/8/layout/vList2"/>
    <dgm:cxn modelId="{F6B94A67-0828-4B06-8458-72E57BA73F28}" type="presParOf" srcId="{33E6EE49-F8CE-486B-9C7D-7C5481A09FFA}" destId="{F89FF456-B892-4741-B4B9-33905C31580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986ABE1-D269-4820-B55F-DB16437801B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2997A0D-B9E0-42FA-8295-91CCDB26DA39}">
      <dgm:prSet/>
      <dgm:spPr/>
      <dgm:t>
        <a:bodyPr/>
        <a:lstStyle/>
        <a:p>
          <a:pPr algn="ctr"/>
          <a:r>
            <a:rPr lang="en-IN" dirty="0"/>
            <a:t>5. Directives</a:t>
          </a:r>
        </a:p>
      </dgm:t>
    </dgm:pt>
    <dgm:pt modelId="{177A73B1-6AE1-46F8-8500-BA23CAC03B78}" type="parTrans" cxnId="{12C7E1E3-BF9A-4A5F-B057-97661427537F}">
      <dgm:prSet/>
      <dgm:spPr/>
      <dgm:t>
        <a:bodyPr/>
        <a:lstStyle/>
        <a:p>
          <a:endParaRPr lang="en-IN"/>
        </a:p>
      </dgm:t>
    </dgm:pt>
    <dgm:pt modelId="{E043AA3A-4C72-4A8D-94E3-F8F9FBBB782F}" type="sibTrans" cxnId="{12C7E1E3-BF9A-4A5F-B057-97661427537F}">
      <dgm:prSet/>
      <dgm:spPr/>
      <dgm:t>
        <a:bodyPr/>
        <a:lstStyle/>
        <a:p>
          <a:endParaRPr lang="en-IN"/>
        </a:p>
      </dgm:t>
    </dgm:pt>
    <dgm:pt modelId="{157B0E1F-A533-46D8-801C-34173D8B0B3E}" type="pres">
      <dgm:prSet presAssocID="{2986ABE1-D269-4820-B55F-DB16437801B1}" presName="linear" presStyleCnt="0">
        <dgm:presLayoutVars>
          <dgm:animLvl val="lvl"/>
          <dgm:resizeHandles val="exact"/>
        </dgm:presLayoutVars>
      </dgm:prSet>
      <dgm:spPr/>
    </dgm:pt>
    <dgm:pt modelId="{3F97EE95-FCA8-4142-B0CA-3DD01E92685C}" type="pres">
      <dgm:prSet presAssocID="{E2997A0D-B9E0-42FA-8295-91CCDB26DA39}" presName="parentText" presStyleLbl="node1" presStyleIdx="0" presStyleCnt="1" custLinFactNeighborY="-10738">
        <dgm:presLayoutVars>
          <dgm:chMax val="0"/>
          <dgm:bulletEnabled val="1"/>
        </dgm:presLayoutVars>
      </dgm:prSet>
      <dgm:spPr/>
    </dgm:pt>
  </dgm:ptLst>
  <dgm:cxnLst>
    <dgm:cxn modelId="{E6AB2638-F5D8-47E1-9B32-CF89829A55FC}" type="presOf" srcId="{2986ABE1-D269-4820-B55F-DB16437801B1}" destId="{157B0E1F-A533-46D8-801C-34173D8B0B3E}" srcOrd="0" destOrd="0" presId="urn:microsoft.com/office/officeart/2005/8/layout/vList2"/>
    <dgm:cxn modelId="{C4C929A9-15B0-4CF9-B80A-2A326AF425C0}" type="presOf" srcId="{E2997A0D-B9E0-42FA-8295-91CCDB26DA39}" destId="{3F97EE95-FCA8-4142-B0CA-3DD01E92685C}" srcOrd="0" destOrd="0" presId="urn:microsoft.com/office/officeart/2005/8/layout/vList2"/>
    <dgm:cxn modelId="{12C7E1E3-BF9A-4A5F-B057-97661427537F}" srcId="{2986ABE1-D269-4820-B55F-DB16437801B1}" destId="{E2997A0D-B9E0-42FA-8295-91CCDB26DA39}" srcOrd="0" destOrd="0" parTransId="{177A73B1-6AE1-46F8-8500-BA23CAC03B78}" sibTransId="{E043AA3A-4C72-4A8D-94E3-F8F9FBBB782F}"/>
    <dgm:cxn modelId="{64222A87-E051-48FA-B7CA-FFD4B50E2522}" type="presParOf" srcId="{157B0E1F-A533-46D8-801C-34173D8B0B3E}" destId="{3F97EE95-FCA8-4142-B0CA-3DD01E9268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490DBED-E97D-4C79-894A-346CB69CE0F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0B850F6-3E55-4353-A532-FAA9E9734F9E}">
      <dgm:prSet/>
      <dgm:spPr/>
      <dgm:t>
        <a:bodyPr/>
        <a:lstStyle/>
        <a:p>
          <a:pPr algn="ctr"/>
          <a:r>
            <a:rPr lang="en-US" b="1" baseline="0" dirty="0"/>
            <a:t>6.</a:t>
          </a:r>
          <a:r>
            <a:rPr lang="en-IN" b="1" baseline="0" dirty="0"/>
            <a:t> Types of Directives</a:t>
          </a:r>
          <a:endParaRPr lang="en-IN" dirty="0"/>
        </a:p>
      </dgm:t>
    </dgm:pt>
    <dgm:pt modelId="{73BA1612-F0F5-428E-A755-8AB8EECAF8EC}" type="parTrans" cxnId="{C5F1D81E-3CD6-48F7-BB5B-9F7BA6A57C93}">
      <dgm:prSet/>
      <dgm:spPr/>
      <dgm:t>
        <a:bodyPr/>
        <a:lstStyle/>
        <a:p>
          <a:endParaRPr lang="en-IN"/>
        </a:p>
      </dgm:t>
    </dgm:pt>
    <dgm:pt modelId="{73E1BC14-15ED-432D-B906-1DDFFB1B57BB}" type="sibTrans" cxnId="{C5F1D81E-3CD6-48F7-BB5B-9F7BA6A57C93}">
      <dgm:prSet/>
      <dgm:spPr/>
      <dgm:t>
        <a:bodyPr/>
        <a:lstStyle/>
        <a:p>
          <a:endParaRPr lang="en-IN"/>
        </a:p>
      </dgm:t>
    </dgm:pt>
    <dgm:pt modelId="{F21D7815-C578-46A2-B565-218C43BC71D4}" type="pres">
      <dgm:prSet presAssocID="{7490DBED-E97D-4C79-894A-346CB69CE0FE}" presName="linear" presStyleCnt="0">
        <dgm:presLayoutVars>
          <dgm:animLvl val="lvl"/>
          <dgm:resizeHandles val="exact"/>
        </dgm:presLayoutVars>
      </dgm:prSet>
      <dgm:spPr/>
    </dgm:pt>
    <dgm:pt modelId="{DE91D959-A017-4751-8F6E-14F8A46E6CD3}" type="pres">
      <dgm:prSet presAssocID="{F0B850F6-3E55-4353-A532-FAA9E9734F9E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5F1D81E-3CD6-48F7-BB5B-9F7BA6A57C93}" srcId="{7490DBED-E97D-4C79-894A-346CB69CE0FE}" destId="{F0B850F6-3E55-4353-A532-FAA9E9734F9E}" srcOrd="0" destOrd="0" parTransId="{73BA1612-F0F5-428E-A755-8AB8EECAF8EC}" sibTransId="{73E1BC14-15ED-432D-B906-1DDFFB1B57BB}"/>
    <dgm:cxn modelId="{6C675C2D-DA3D-4ADD-848F-395AE6552CCA}" type="presOf" srcId="{F0B850F6-3E55-4353-A532-FAA9E9734F9E}" destId="{DE91D959-A017-4751-8F6E-14F8A46E6CD3}" srcOrd="0" destOrd="0" presId="urn:microsoft.com/office/officeart/2005/8/layout/vList2"/>
    <dgm:cxn modelId="{1A9C0898-F2A2-4A08-986C-02FB3B55FF42}" type="presOf" srcId="{7490DBED-E97D-4C79-894A-346CB69CE0FE}" destId="{F21D7815-C578-46A2-B565-218C43BC71D4}" srcOrd="0" destOrd="0" presId="urn:microsoft.com/office/officeart/2005/8/layout/vList2"/>
    <dgm:cxn modelId="{EC97E2E1-8232-4052-A8C7-8D25DF880293}" type="presParOf" srcId="{F21D7815-C578-46A2-B565-218C43BC71D4}" destId="{DE91D959-A017-4751-8F6E-14F8A46E6CD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8D9A600-6D8F-4AEC-A20E-30A6E330E75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65F53E6-8F00-47BA-8690-AF753BF89918}">
      <dgm:prSet/>
      <dgm:spPr/>
      <dgm:t>
        <a:bodyPr/>
        <a:lstStyle/>
        <a:p>
          <a:r>
            <a:rPr lang="en-IN" dirty="0"/>
            <a:t>Angular Interview Questions</a:t>
          </a:r>
        </a:p>
      </dgm:t>
    </dgm:pt>
    <dgm:pt modelId="{5DF6452F-D0F7-4C25-A587-A4FDB6388AE1}" type="parTrans" cxnId="{879157F9-4A95-4D27-A1E9-574485BC3CE1}">
      <dgm:prSet/>
      <dgm:spPr/>
      <dgm:t>
        <a:bodyPr/>
        <a:lstStyle/>
        <a:p>
          <a:endParaRPr lang="en-IN"/>
        </a:p>
      </dgm:t>
    </dgm:pt>
    <dgm:pt modelId="{D1659D25-D4C7-4CD1-A16B-EE371FC0E145}" type="sibTrans" cxnId="{879157F9-4A95-4D27-A1E9-574485BC3CE1}">
      <dgm:prSet/>
      <dgm:spPr/>
      <dgm:t>
        <a:bodyPr/>
        <a:lstStyle/>
        <a:p>
          <a:endParaRPr lang="en-IN"/>
        </a:p>
      </dgm:t>
    </dgm:pt>
    <dgm:pt modelId="{588C1D83-FFF3-4928-B4DE-D489364D84B8}" type="pres">
      <dgm:prSet presAssocID="{18D9A600-6D8F-4AEC-A20E-30A6E330E758}" presName="linear" presStyleCnt="0">
        <dgm:presLayoutVars>
          <dgm:animLvl val="lvl"/>
          <dgm:resizeHandles val="exact"/>
        </dgm:presLayoutVars>
      </dgm:prSet>
      <dgm:spPr/>
    </dgm:pt>
    <dgm:pt modelId="{9861E45E-AFAC-4A07-B5EA-ABFC7F27B083}" type="pres">
      <dgm:prSet presAssocID="{765F53E6-8F00-47BA-8690-AF753BF8991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3EF0B1C-C14D-4672-9909-F9A34268F2BD}" type="presOf" srcId="{18D9A600-6D8F-4AEC-A20E-30A6E330E758}" destId="{588C1D83-FFF3-4928-B4DE-D489364D84B8}" srcOrd="0" destOrd="0" presId="urn:microsoft.com/office/officeart/2005/8/layout/vList2"/>
    <dgm:cxn modelId="{F88EDC2D-C49D-4C5D-A278-231458FE2C70}" type="presOf" srcId="{765F53E6-8F00-47BA-8690-AF753BF89918}" destId="{9861E45E-AFAC-4A07-B5EA-ABFC7F27B083}" srcOrd="0" destOrd="0" presId="urn:microsoft.com/office/officeart/2005/8/layout/vList2"/>
    <dgm:cxn modelId="{879157F9-4A95-4D27-A1E9-574485BC3CE1}" srcId="{18D9A600-6D8F-4AEC-A20E-30A6E330E758}" destId="{765F53E6-8F00-47BA-8690-AF753BF89918}" srcOrd="0" destOrd="0" parTransId="{5DF6452F-D0F7-4C25-A587-A4FDB6388AE1}" sibTransId="{D1659D25-D4C7-4CD1-A16B-EE371FC0E145}"/>
    <dgm:cxn modelId="{AF8F9D50-AA1C-4498-A68C-488671C8AC4B}" type="presParOf" srcId="{588C1D83-FFF3-4928-B4DE-D489364D84B8}" destId="{9861E45E-AFAC-4A07-B5EA-ABFC7F27B08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278D08D-36E7-41F8-81DB-BFEC528F14D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59DA856-A9E7-42E4-AB67-E5D3A4DEE7F0}">
      <dgm:prSet/>
      <dgm:spPr/>
      <dgm:t>
        <a:bodyPr/>
        <a:lstStyle/>
        <a:p>
          <a:r>
            <a:rPr lang="en-IN" dirty="0"/>
            <a:t>Angular Interview Questions</a:t>
          </a:r>
        </a:p>
      </dgm:t>
    </dgm:pt>
    <dgm:pt modelId="{FFDD4153-4D06-40A9-9373-CCACBE21AC44}" type="parTrans" cxnId="{E27EB2F6-1876-4D3A-A504-D748E95644F5}">
      <dgm:prSet/>
      <dgm:spPr/>
      <dgm:t>
        <a:bodyPr/>
        <a:lstStyle/>
        <a:p>
          <a:endParaRPr lang="en-IN"/>
        </a:p>
      </dgm:t>
    </dgm:pt>
    <dgm:pt modelId="{1E28AEF2-C3F1-4637-BEB9-56DB062B4346}" type="sibTrans" cxnId="{E27EB2F6-1876-4D3A-A504-D748E95644F5}">
      <dgm:prSet/>
      <dgm:spPr/>
      <dgm:t>
        <a:bodyPr/>
        <a:lstStyle/>
        <a:p>
          <a:endParaRPr lang="en-IN"/>
        </a:p>
      </dgm:t>
    </dgm:pt>
    <dgm:pt modelId="{789BB776-5A7A-472A-9993-B970FC70DDD7}" type="pres">
      <dgm:prSet presAssocID="{E278D08D-36E7-41F8-81DB-BFEC528F14D6}" presName="linear" presStyleCnt="0">
        <dgm:presLayoutVars>
          <dgm:animLvl val="lvl"/>
          <dgm:resizeHandles val="exact"/>
        </dgm:presLayoutVars>
      </dgm:prSet>
      <dgm:spPr/>
    </dgm:pt>
    <dgm:pt modelId="{31F251E8-E28C-4088-A39B-614DFAEB9212}" type="pres">
      <dgm:prSet presAssocID="{959DA856-A9E7-42E4-AB67-E5D3A4DEE7F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D806A66-C024-4386-B194-16AFBDFE06E6}" type="presOf" srcId="{959DA856-A9E7-42E4-AB67-E5D3A4DEE7F0}" destId="{31F251E8-E28C-4088-A39B-614DFAEB9212}" srcOrd="0" destOrd="0" presId="urn:microsoft.com/office/officeart/2005/8/layout/vList2"/>
    <dgm:cxn modelId="{54AE39CD-7BE1-4A94-819D-971827DEC7EF}" type="presOf" srcId="{E278D08D-36E7-41F8-81DB-BFEC528F14D6}" destId="{789BB776-5A7A-472A-9993-B970FC70DDD7}" srcOrd="0" destOrd="0" presId="urn:microsoft.com/office/officeart/2005/8/layout/vList2"/>
    <dgm:cxn modelId="{E27EB2F6-1876-4D3A-A504-D748E95644F5}" srcId="{E278D08D-36E7-41F8-81DB-BFEC528F14D6}" destId="{959DA856-A9E7-42E4-AB67-E5D3A4DEE7F0}" srcOrd="0" destOrd="0" parTransId="{FFDD4153-4D06-40A9-9373-CCACBE21AC44}" sibTransId="{1E28AEF2-C3F1-4637-BEB9-56DB062B4346}"/>
    <dgm:cxn modelId="{F2A1D705-66BE-4D0C-9361-86AB1811BAA2}" type="presParOf" srcId="{789BB776-5A7A-472A-9993-B970FC70DDD7}" destId="{31F251E8-E28C-4088-A39B-614DFAEB921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278D08D-36E7-41F8-81DB-BFEC528F14D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59DA856-A9E7-42E4-AB67-E5D3A4DEE7F0}">
      <dgm:prSet/>
      <dgm:spPr/>
      <dgm:t>
        <a:bodyPr/>
        <a:lstStyle/>
        <a:p>
          <a:r>
            <a:rPr lang="en-IN" dirty="0"/>
            <a:t>Angular Components Interview Questions</a:t>
          </a:r>
        </a:p>
      </dgm:t>
    </dgm:pt>
    <dgm:pt modelId="{FFDD4153-4D06-40A9-9373-CCACBE21AC44}" type="parTrans" cxnId="{E27EB2F6-1876-4D3A-A504-D748E95644F5}">
      <dgm:prSet/>
      <dgm:spPr/>
      <dgm:t>
        <a:bodyPr/>
        <a:lstStyle/>
        <a:p>
          <a:endParaRPr lang="en-IN"/>
        </a:p>
      </dgm:t>
    </dgm:pt>
    <dgm:pt modelId="{1E28AEF2-C3F1-4637-BEB9-56DB062B4346}" type="sibTrans" cxnId="{E27EB2F6-1876-4D3A-A504-D748E95644F5}">
      <dgm:prSet/>
      <dgm:spPr/>
      <dgm:t>
        <a:bodyPr/>
        <a:lstStyle/>
        <a:p>
          <a:endParaRPr lang="en-IN"/>
        </a:p>
      </dgm:t>
    </dgm:pt>
    <dgm:pt modelId="{789BB776-5A7A-472A-9993-B970FC70DDD7}" type="pres">
      <dgm:prSet presAssocID="{E278D08D-36E7-41F8-81DB-BFEC528F14D6}" presName="linear" presStyleCnt="0">
        <dgm:presLayoutVars>
          <dgm:animLvl val="lvl"/>
          <dgm:resizeHandles val="exact"/>
        </dgm:presLayoutVars>
      </dgm:prSet>
      <dgm:spPr/>
    </dgm:pt>
    <dgm:pt modelId="{31F251E8-E28C-4088-A39B-614DFAEB9212}" type="pres">
      <dgm:prSet presAssocID="{959DA856-A9E7-42E4-AB67-E5D3A4DEE7F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D806A66-C024-4386-B194-16AFBDFE06E6}" type="presOf" srcId="{959DA856-A9E7-42E4-AB67-E5D3A4DEE7F0}" destId="{31F251E8-E28C-4088-A39B-614DFAEB9212}" srcOrd="0" destOrd="0" presId="urn:microsoft.com/office/officeart/2005/8/layout/vList2"/>
    <dgm:cxn modelId="{54AE39CD-7BE1-4A94-819D-971827DEC7EF}" type="presOf" srcId="{E278D08D-36E7-41F8-81DB-BFEC528F14D6}" destId="{789BB776-5A7A-472A-9993-B970FC70DDD7}" srcOrd="0" destOrd="0" presId="urn:microsoft.com/office/officeart/2005/8/layout/vList2"/>
    <dgm:cxn modelId="{E27EB2F6-1876-4D3A-A504-D748E95644F5}" srcId="{E278D08D-36E7-41F8-81DB-BFEC528F14D6}" destId="{959DA856-A9E7-42E4-AB67-E5D3A4DEE7F0}" srcOrd="0" destOrd="0" parTransId="{FFDD4153-4D06-40A9-9373-CCACBE21AC44}" sibTransId="{1E28AEF2-C3F1-4637-BEB9-56DB062B4346}"/>
    <dgm:cxn modelId="{F2A1D705-66BE-4D0C-9361-86AB1811BAA2}" type="presParOf" srcId="{789BB776-5A7A-472A-9993-B970FC70DDD7}" destId="{31F251E8-E28C-4088-A39B-614DFAEB921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8D9A600-6D8F-4AEC-A20E-30A6E330E75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65F53E6-8F00-47BA-8690-AF753BF89918}">
      <dgm:prSet custT="1"/>
      <dgm:spPr/>
      <dgm:t>
        <a:bodyPr/>
        <a:lstStyle/>
        <a:p>
          <a:pPr algn="ctr"/>
          <a:r>
            <a:rPr lang="en-IN" sz="4500" baseline="0" dirty="0"/>
            <a:t>8.Task </a:t>
          </a:r>
          <a:endParaRPr lang="en-IN" sz="4500" dirty="0"/>
        </a:p>
      </dgm:t>
    </dgm:pt>
    <dgm:pt modelId="{5DF6452F-D0F7-4C25-A587-A4FDB6388AE1}" type="parTrans" cxnId="{879157F9-4A95-4D27-A1E9-574485BC3CE1}">
      <dgm:prSet/>
      <dgm:spPr/>
      <dgm:t>
        <a:bodyPr/>
        <a:lstStyle/>
        <a:p>
          <a:endParaRPr lang="en-IN"/>
        </a:p>
      </dgm:t>
    </dgm:pt>
    <dgm:pt modelId="{D1659D25-D4C7-4CD1-A16B-EE371FC0E145}" type="sibTrans" cxnId="{879157F9-4A95-4D27-A1E9-574485BC3CE1}">
      <dgm:prSet/>
      <dgm:spPr/>
      <dgm:t>
        <a:bodyPr/>
        <a:lstStyle/>
        <a:p>
          <a:endParaRPr lang="en-IN"/>
        </a:p>
      </dgm:t>
    </dgm:pt>
    <dgm:pt modelId="{588C1D83-FFF3-4928-B4DE-D489364D84B8}" type="pres">
      <dgm:prSet presAssocID="{18D9A600-6D8F-4AEC-A20E-30A6E330E758}" presName="linear" presStyleCnt="0">
        <dgm:presLayoutVars>
          <dgm:animLvl val="lvl"/>
          <dgm:resizeHandles val="exact"/>
        </dgm:presLayoutVars>
      </dgm:prSet>
      <dgm:spPr/>
    </dgm:pt>
    <dgm:pt modelId="{9861E45E-AFAC-4A07-B5EA-ABFC7F27B083}" type="pres">
      <dgm:prSet presAssocID="{765F53E6-8F00-47BA-8690-AF753BF8991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3EF0B1C-C14D-4672-9909-F9A34268F2BD}" type="presOf" srcId="{18D9A600-6D8F-4AEC-A20E-30A6E330E758}" destId="{588C1D83-FFF3-4928-B4DE-D489364D84B8}" srcOrd="0" destOrd="0" presId="urn:microsoft.com/office/officeart/2005/8/layout/vList2"/>
    <dgm:cxn modelId="{F88EDC2D-C49D-4C5D-A278-231458FE2C70}" type="presOf" srcId="{765F53E6-8F00-47BA-8690-AF753BF89918}" destId="{9861E45E-AFAC-4A07-B5EA-ABFC7F27B083}" srcOrd="0" destOrd="0" presId="urn:microsoft.com/office/officeart/2005/8/layout/vList2"/>
    <dgm:cxn modelId="{879157F9-4A95-4D27-A1E9-574485BC3CE1}" srcId="{18D9A600-6D8F-4AEC-A20E-30A6E330E758}" destId="{765F53E6-8F00-47BA-8690-AF753BF89918}" srcOrd="0" destOrd="0" parTransId="{5DF6452F-D0F7-4C25-A587-A4FDB6388AE1}" sibTransId="{D1659D25-D4C7-4CD1-A16B-EE371FC0E145}"/>
    <dgm:cxn modelId="{AF8F9D50-AA1C-4498-A68C-488671C8AC4B}" type="presParOf" srcId="{588C1D83-FFF3-4928-B4DE-D489364D84B8}" destId="{9861E45E-AFAC-4A07-B5EA-ABFC7F27B08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6182DB-902D-46B6-B439-A6B20F0E8B01}">
      <dsp:nvSpPr>
        <dsp:cNvPr id="0" name=""/>
        <dsp:cNvSpPr/>
      </dsp:nvSpPr>
      <dsp:spPr>
        <a:xfrm>
          <a:off x="0" y="26643"/>
          <a:ext cx="1005839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kern="1200" baseline="0" dirty="0"/>
            <a:t>1. Components</a:t>
          </a:r>
          <a:endParaRPr lang="en-IN" sz="4000" kern="1200" dirty="0"/>
        </a:p>
      </dsp:txBody>
      <dsp:txXfrm>
        <a:off x="59399" y="86042"/>
        <a:ext cx="9939601" cy="10980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9FF456-B892-4741-B4B9-33905C315802}">
      <dsp:nvSpPr>
        <dsp:cNvPr id="0" name=""/>
        <dsp:cNvSpPr/>
      </dsp:nvSpPr>
      <dsp:spPr>
        <a:xfrm>
          <a:off x="0" y="28713"/>
          <a:ext cx="1005839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baseline="0" dirty="0"/>
            <a:t>2.</a:t>
          </a:r>
          <a:r>
            <a:rPr lang="en-IN" sz="4000" kern="1200" baseline="0" dirty="0"/>
            <a:t> Component Structure</a:t>
          </a:r>
          <a:endParaRPr lang="en-IN" sz="4000" kern="1200" dirty="0"/>
        </a:p>
      </dsp:txBody>
      <dsp:txXfrm>
        <a:off x="59399" y="88112"/>
        <a:ext cx="9939601" cy="10980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9FF456-B892-4741-B4B9-33905C315802}">
      <dsp:nvSpPr>
        <dsp:cNvPr id="0" name=""/>
        <dsp:cNvSpPr/>
      </dsp:nvSpPr>
      <dsp:spPr>
        <a:xfrm>
          <a:off x="0" y="28713"/>
          <a:ext cx="1005839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kern="1200" dirty="0"/>
            <a:t>3. </a:t>
          </a:r>
          <a:r>
            <a:rPr lang="en-GB" sz="4000" kern="1200" dirty="0"/>
            <a:t>Creating Components with Angular CLI</a:t>
          </a:r>
          <a:endParaRPr lang="en-IN" sz="4000" kern="1200" dirty="0"/>
        </a:p>
      </dsp:txBody>
      <dsp:txXfrm>
        <a:off x="59399" y="88112"/>
        <a:ext cx="9939601" cy="10980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6FE323-99AB-4829-9611-6E705E972F68}">
      <dsp:nvSpPr>
        <dsp:cNvPr id="0" name=""/>
        <dsp:cNvSpPr/>
      </dsp:nvSpPr>
      <dsp:spPr>
        <a:xfrm>
          <a:off x="0" y="0"/>
          <a:ext cx="6908800" cy="12116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tx1"/>
              </a:solidFill>
            </a:rPr>
            <a:t>1. Create a Basic Component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tx1"/>
              </a:solidFill>
            </a:rPr>
            <a:t>ng generate component component-name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tx1"/>
              </a:solidFill>
            </a:rPr>
            <a:t>// or shorthand: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tx1"/>
              </a:solidFill>
            </a:rPr>
            <a:t>ng g c component-name</a:t>
          </a:r>
          <a:endParaRPr lang="en-IN" sz="1400" b="1" kern="1200" dirty="0"/>
        </a:p>
      </dsp:txBody>
      <dsp:txXfrm>
        <a:off x="35489" y="35489"/>
        <a:ext cx="5601298" cy="1140705"/>
      </dsp:txXfrm>
    </dsp:sp>
    <dsp:sp modelId="{57A48498-5BFF-47A2-A3B3-DD3A98F41281}">
      <dsp:nvSpPr>
        <dsp:cNvPr id="0" name=""/>
        <dsp:cNvSpPr/>
      </dsp:nvSpPr>
      <dsp:spPr>
        <a:xfrm>
          <a:off x="609599" y="1413630"/>
          <a:ext cx="6908800" cy="12116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tx1"/>
              </a:solidFill>
            </a:rPr>
            <a:t>2. Create a Component Inside a Folder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tx1"/>
              </a:solidFill>
            </a:rPr>
            <a:t>ng g c user/profile // creates: user/profile component</a:t>
          </a:r>
          <a:endParaRPr lang="en-IN" sz="1400" b="1" kern="1200" dirty="0"/>
        </a:p>
      </dsp:txBody>
      <dsp:txXfrm>
        <a:off x="645088" y="1449119"/>
        <a:ext cx="5440627" cy="1140705"/>
      </dsp:txXfrm>
    </dsp:sp>
    <dsp:sp modelId="{FC39B19E-9107-44BD-809A-D9FA0EE6A009}">
      <dsp:nvSpPr>
        <dsp:cNvPr id="0" name=""/>
        <dsp:cNvSpPr/>
      </dsp:nvSpPr>
      <dsp:spPr>
        <a:xfrm>
          <a:off x="1219199" y="2827261"/>
          <a:ext cx="6908800" cy="12116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tx1"/>
              </a:solidFill>
            </a:rPr>
            <a:t>3. Create a Standalone Component (Angular 15+)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tx1"/>
              </a:solidFill>
            </a:rPr>
            <a:t>Standalone components remove the need for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 err="1">
              <a:solidFill>
                <a:schemeClr val="tx1"/>
              </a:solidFill>
            </a:rPr>
            <a:t>NgModules</a:t>
          </a:r>
          <a:r>
            <a:rPr lang="en-US" sz="1400" b="1" kern="1200" dirty="0">
              <a:solidFill>
                <a:schemeClr val="tx1"/>
              </a:solidFill>
            </a:rPr>
            <a:t>.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tx1"/>
              </a:solidFill>
            </a:rPr>
            <a:t>ng g c dashboard --standalone</a:t>
          </a:r>
          <a:endParaRPr lang="en-IN" sz="1400" b="1" kern="1200" dirty="0"/>
        </a:p>
      </dsp:txBody>
      <dsp:txXfrm>
        <a:off x="1254688" y="2862750"/>
        <a:ext cx="5440627" cy="1140705"/>
      </dsp:txXfrm>
    </dsp:sp>
    <dsp:sp modelId="{CB4EF3CD-2D1F-41AF-9ED6-2470F400500B}">
      <dsp:nvSpPr>
        <dsp:cNvPr id="0" name=""/>
        <dsp:cNvSpPr/>
      </dsp:nvSpPr>
      <dsp:spPr>
        <a:xfrm>
          <a:off x="6121205" y="918859"/>
          <a:ext cx="787594" cy="787594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500" kern="1200"/>
        </a:p>
      </dsp:txBody>
      <dsp:txXfrm>
        <a:off x="6298414" y="918859"/>
        <a:ext cx="433176" cy="592664"/>
      </dsp:txXfrm>
    </dsp:sp>
    <dsp:sp modelId="{89DD5416-0B3E-45D5-81B1-4A32F207EB78}">
      <dsp:nvSpPr>
        <dsp:cNvPr id="0" name=""/>
        <dsp:cNvSpPr/>
      </dsp:nvSpPr>
      <dsp:spPr>
        <a:xfrm>
          <a:off x="6730805" y="2324412"/>
          <a:ext cx="787594" cy="787594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500" kern="1200"/>
        </a:p>
      </dsp:txBody>
      <dsp:txXfrm>
        <a:off x="6908014" y="2324412"/>
        <a:ext cx="433176" cy="59266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9FF456-B892-4741-B4B9-33905C315802}">
      <dsp:nvSpPr>
        <dsp:cNvPr id="0" name=""/>
        <dsp:cNvSpPr/>
      </dsp:nvSpPr>
      <dsp:spPr>
        <a:xfrm>
          <a:off x="0" y="28713"/>
          <a:ext cx="1005839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baseline="0" dirty="0"/>
            <a:t>4.Component File Breakdown</a:t>
          </a:r>
          <a:endParaRPr lang="en-IN" sz="4000" kern="1200" dirty="0"/>
        </a:p>
      </dsp:txBody>
      <dsp:txXfrm>
        <a:off x="59399" y="88112"/>
        <a:ext cx="9939601" cy="109800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97EE95-FCA8-4142-B0CA-3DD01E92685C}">
      <dsp:nvSpPr>
        <dsp:cNvPr id="0" name=""/>
        <dsp:cNvSpPr/>
      </dsp:nvSpPr>
      <dsp:spPr>
        <a:xfrm>
          <a:off x="0" y="0"/>
          <a:ext cx="10058399" cy="12712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300" kern="1200" dirty="0"/>
            <a:t>5. Directives</a:t>
          </a:r>
        </a:p>
      </dsp:txBody>
      <dsp:txXfrm>
        <a:off x="62055" y="62055"/>
        <a:ext cx="9934289" cy="114709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91D959-A017-4751-8F6E-14F8A46E6CD3}">
      <dsp:nvSpPr>
        <dsp:cNvPr id="0" name=""/>
        <dsp:cNvSpPr/>
      </dsp:nvSpPr>
      <dsp:spPr>
        <a:xfrm>
          <a:off x="0" y="4048"/>
          <a:ext cx="9939914" cy="11992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b="1" kern="1200" baseline="0" dirty="0"/>
            <a:t>6.</a:t>
          </a:r>
          <a:r>
            <a:rPr lang="en-IN" sz="5000" b="1" kern="1200" baseline="0" dirty="0"/>
            <a:t> Types of Directives</a:t>
          </a:r>
          <a:endParaRPr lang="en-IN" sz="5000" kern="1200" dirty="0"/>
        </a:p>
      </dsp:txBody>
      <dsp:txXfrm>
        <a:off x="58543" y="62591"/>
        <a:ext cx="9822828" cy="108216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61E45E-AFAC-4A07-B5EA-ABFC7F27B083}">
      <dsp:nvSpPr>
        <dsp:cNvPr id="0" name=""/>
        <dsp:cNvSpPr/>
      </dsp:nvSpPr>
      <dsp:spPr>
        <a:xfrm>
          <a:off x="0" y="5828"/>
          <a:ext cx="10058399" cy="14390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000" kern="1200" dirty="0"/>
            <a:t>Angular Interview Questions</a:t>
          </a:r>
        </a:p>
      </dsp:txBody>
      <dsp:txXfrm>
        <a:off x="70251" y="76079"/>
        <a:ext cx="9917897" cy="129859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F251E8-E28C-4088-A39B-614DFAEB9212}">
      <dsp:nvSpPr>
        <dsp:cNvPr id="0" name=""/>
        <dsp:cNvSpPr/>
      </dsp:nvSpPr>
      <dsp:spPr>
        <a:xfrm>
          <a:off x="0" y="5828"/>
          <a:ext cx="10058399" cy="14390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000" kern="1200" dirty="0"/>
            <a:t>Angular Interview Questions</a:t>
          </a:r>
        </a:p>
      </dsp:txBody>
      <dsp:txXfrm>
        <a:off x="70251" y="76079"/>
        <a:ext cx="9917897" cy="129859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F251E8-E28C-4088-A39B-614DFAEB9212}">
      <dsp:nvSpPr>
        <dsp:cNvPr id="0" name=""/>
        <dsp:cNvSpPr/>
      </dsp:nvSpPr>
      <dsp:spPr>
        <a:xfrm>
          <a:off x="0" y="197708"/>
          <a:ext cx="10058399" cy="10553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400" kern="1200" dirty="0"/>
            <a:t>Angular Components Interview Questions</a:t>
          </a:r>
        </a:p>
      </dsp:txBody>
      <dsp:txXfrm>
        <a:off x="51517" y="249225"/>
        <a:ext cx="9955365" cy="95230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61E45E-AFAC-4A07-B5EA-ABFC7F27B083}">
      <dsp:nvSpPr>
        <dsp:cNvPr id="0" name=""/>
        <dsp:cNvSpPr/>
      </dsp:nvSpPr>
      <dsp:spPr>
        <a:xfrm>
          <a:off x="0" y="116978"/>
          <a:ext cx="10058399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500" kern="1200" baseline="0" dirty="0"/>
            <a:t>8.Task </a:t>
          </a:r>
          <a:endParaRPr lang="en-IN" sz="4500" kern="1200" dirty="0"/>
        </a:p>
      </dsp:txBody>
      <dsp:txXfrm>
        <a:off x="59399" y="176377"/>
        <a:ext cx="9939601" cy="10980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8905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483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76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356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300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93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697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691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178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955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792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949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3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ANGULAR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0A296859-9AE5-C8D7-8ECA-7AE5F20320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5570560"/>
              </p:ext>
            </p:extLst>
          </p:nvPr>
        </p:nvGraphicFramePr>
        <p:xfrm>
          <a:off x="1097280" y="286603"/>
          <a:ext cx="10058400" cy="1450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5D99F-D583-7164-4D2B-E8A7F2FB9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43404"/>
            <a:ext cx="5125567" cy="402336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GB" b="1" dirty="0"/>
              <a:t>What is a Component?</a:t>
            </a:r>
          </a:p>
          <a:p>
            <a:pPr>
              <a:lnSpc>
                <a:spcPct val="100000"/>
              </a:lnSpc>
            </a:pPr>
            <a:r>
              <a:rPr lang="en-GB" dirty="0"/>
              <a:t>An Angular Component is the smallest and most important building block of an application. It controls a specific part of the user interface (UI).</a:t>
            </a:r>
          </a:p>
          <a:p>
            <a:pPr>
              <a:lnSpc>
                <a:spcPct val="100000"/>
              </a:lnSpc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CE61A4-FA5B-ACF9-7E1D-41C5C83EE0EB}"/>
              </a:ext>
            </a:extLst>
          </p:cNvPr>
          <p:cNvSpPr txBox="1"/>
          <p:nvPr/>
        </p:nvSpPr>
        <p:spPr>
          <a:xfrm>
            <a:off x="6206723" y="4290095"/>
            <a:ext cx="47772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• Components help build reusable, modular, and</a:t>
            </a:r>
          </a:p>
          <a:p>
            <a:r>
              <a:rPr lang="en-GB" dirty="0"/>
              <a:t>   maintainable code.</a:t>
            </a:r>
          </a:p>
          <a:p>
            <a:r>
              <a:rPr lang="en-GB" dirty="0"/>
              <a:t>• Every Angular app has at least one</a:t>
            </a:r>
          </a:p>
          <a:p>
            <a:r>
              <a:rPr lang="en-GB" dirty="0"/>
              <a:t>   component: </a:t>
            </a:r>
            <a:r>
              <a:rPr lang="en-GB" dirty="0" err="1"/>
              <a:t>AppComponent</a:t>
            </a:r>
            <a:r>
              <a:rPr lang="en-GB" dirty="0"/>
              <a:t>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6CF11B-3664-36BB-B953-D1575B966BAE}"/>
              </a:ext>
            </a:extLst>
          </p:cNvPr>
          <p:cNvSpPr txBox="1"/>
          <p:nvPr/>
        </p:nvSpPr>
        <p:spPr>
          <a:xfrm>
            <a:off x="6096000" y="1959429"/>
            <a:ext cx="49987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Every component is made up of three parts:</a:t>
            </a:r>
          </a:p>
          <a:p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  HTML Template → Defines the UI layout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 TypeScript Class → Contains logic, data, and methods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 CSS / SCSS → Styling for the component</a:t>
            </a:r>
            <a:endParaRPr lang="en-IN" dirty="0"/>
          </a:p>
        </p:txBody>
      </p:sp>
      <p:pic>
        <p:nvPicPr>
          <p:cNvPr id="6" name="Picture 5" descr="Angular 2 Components | Know How To Create First Angular 2 Component">
            <a:extLst>
              <a:ext uri="{FF2B5EF4-FFF2-40B4-BE49-F238E27FC236}">
                <a16:creationId xmlns:a16="http://schemas.microsoft.com/office/drawing/2014/main" id="{04DD6A0E-E01F-0B61-7862-85118A185F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3842431"/>
            <a:ext cx="4777273" cy="2095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226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1098F-1925-AFA0-5693-71C4584B4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5359504" cy="44081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component is created using</a:t>
            </a:r>
          </a:p>
          <a:p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@Component decorator which provides metadata</a:t>
            </a:r>
          </a:p>
          <a:p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 selector, template, and styles.</a:t>
            </a:r>
          </a:p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 in HTML:</a:t>
            </a:r>
          </a:p>
          <a:p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&lt;app-example&gt;&lt;/app-example&gt;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1E277132-A883-5784-8F4F-5332E81BEB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9563884"/>
              </p:ext>
            </p:extLst>
          </p:nvPr>
        </p:nvGraphicFramePr>
        <p:xfrm>
          <a:off x="1097280" y="444616"/>
          <a:ext cx="10058400" cy="1274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FDC0EDA-577D-76A7-3B46-692A1EF9D2D1}"/>
              </a:ext>
            </a:extLst>
          </p:cNvPr>
          <p:cNvSpPr txBox="1"/>
          <p:nvPr/>
        </p:nvSpPr>
        <p:spPr>
          <a:xfrm>
            <a:off x="6363478" y="1845733"/>
            <a:ext cx="554238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@Component({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selector: 'app-example', // HTML tag for this  component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templateUrl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'./example.component.html', // Template file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styleUrls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['./example.component.css'] // Styles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class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ExampleComponent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= 'Hello Angular';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= 'This is a sample component!';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showMessage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this.message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} }</a:t>
            </a:r>
          </a:p>
        </p:txBody>
      </p:sp>
    </p:spTree>
    <p:extLst>
      <p:ext uri="{BB962C8B-B14F-4D97-AF65-F5344CB8AC3E}">
        <p14:creationId xmlns:p14="http://schemas.microsoft.com/office/powerpoint/2010/main" val="2857015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D070F-0564-DEFB-9C58-143699041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CBC92-B4B7-8311-660B-8394A4D29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08163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800" dirty="0">
              <a:solidFill>
                <a:schemeClr val="tx1"/>
              </a:solidFill>
            </a:endParaRPr>
          </a:p>
          <a:p>
            <a:endParaRPr lang="en-US" sz="1800" dirty="0">
              <a:solidFill>
                <a:schemeClr val="tx1"/>
              </a:solidFill>
            </a:endParaRP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EA990BA9-459A-C67C-E7C3-45A794DB56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7157161"/>
              </p:ext>
            </p:extLst>
          </p:nvPr>
        </p:nvGraphicFramePr>
        <p:xfrm>
          <a:off x="1097280" y="444616"/>
          <a:ext cx="10058400" cy="1274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6A47BD4-7517-7CB7-59EF-32FF9C5BC7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7707343"/>
              </p:ext>
            </p:extLst>
          </p:nvPr>
        </p:nvGraphicFramePr>
        <p:xfrm>
          <a:off x="1532035" y="1853141"/>
          <a:ext cx="8128000" cy="40389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84253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371EA-4FC1-3254-850C-D79686B85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CB8044F2-149A-4F7D-026A-A8B499DF53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0858569"/>
              </p:ext>
            </p:extLst>
          </p:nvPr>
        </p:nvGraphicFramePr>
        <p:xfrm>
          <a:off x="1096963" y="1846262"/>
          <a:ext cx="10058400" cy="312695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1218157866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758664945"/>
                    </a:ext>
                  </a:extLst>
                </a:gridCol>
              </a:tblGrid>
              <a:tr h="54609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694441"/>
                  </a:ext>
                </a:extLst>
              </a:tr>
              <a:tr h="942574">
                <a:tc>
                  <a:txBody>
                    <a:bodyPr/>
                    <a:lstStyle/>
                    <a:p>
                      <a:pPr algn="just"/>
                      <a:r>
                        <a:rPr lang="en-IN" dirty="0" err="1"/>
                        <a:t>example.component.ts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dirty="0"/>
                        <a:t>Contains the class and</a:t>
                      </a:r>
                    </a:p>
                    <a:p>
                      <a:pPr algn="just"/>
                      <a:r>
                        <a:rPr lang="en-GB" dirty="0"/>
                        <a:t>logic of the component.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740034"/>
                  </a:ext>
                </a:extLst>
              </a:tr>
              <a:tr h="546095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example.component.html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dirty="0"/>
                        <a:t>Defines the UI structure (template).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555903"/>
                  </a:ext>
                </a:extLst>
              </a:tr>
              <a:tr h="546095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example.component.css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Contains component- specific styling.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0048362"/>
                  </a:ext>
                </a:extLst>
              </a:tr>
              <a:tr h="546095">
                <a:tc>
                  <a:txBody>
                    <a:bodyPr/>
                    <a:lstStyle/>
                    <a:p>
                      <a:pPr algn="just"/>
                      <a:r>
                        <a:rPr lang="en-IN" dirty="0" err="1"/>
                        <a:t>example.component.spec.ts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dirty="0"/>
                        <a:t>Test file (unit testing) — optional for beginners.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664787"/>
                  </a:ext>
                </a:extLst>
              </a:tr>
            </a:tbl>
          </a:graphicData>
        </a:graphic>
      </p:graphicFrame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DD2D438A-0637-56A8-440F-854967BB46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3271203"/>
              </p:ext>
            </p:extLst>
          </p:nvPr>
        </p:nvGraphicFramePr>
        <p:xfrm>
          <a:off x="1097280" y="444616"/>
          <a:ext cx="10058400" cy="1274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9258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A53D8-5C34-E8C4-5279-E6A17936F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8351CFE-2C0D-87F1-D488-342B5BAD46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7558171"/>
              </p:ext>
            </p:extLst>
          </p:nvPr>
        </p:nvGraphicFramePr>
        <p:xfrm>
          <a:off x="1096963" y="268201"/>
          <a:ext cx="10058400" cy="1274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468455-9112-3DF1-15EC-46A59C976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/>
              <a:t>What are Directives?</a:t>
            </a:r>
          </a:p>
          <a:p>
            <a:endParaRPr lang="en-IN"/>
          </a:p>
          <a:p>
            <a:r>
              <a:rPr lang="en-GB"/>
              <a:t>Directives are special instructions in Angular that allow</a:t>
            </a:r>
          </a:p>
          <a:p>
            <a:r>
              <a:rPr lang="en-GB"/>
              <a:t>you to change the structure, appearance, or behavior of</a:t>
            </a:r>
          </a:p>
          <a:p>
            <a:r>
              <a:rPr lang="en-GB"/>
              <a:t>DOM elements.</a:t>
            </a:r>
          </a:p>
          <a:p>
            <a:r>
              <a:rPr lang="en-GB"/>
              <a:t>• They act like **custom HTML attributes or tags**.</a:t>
            </a:r>
          </a:p>
          <a:p>
            <a:r>
              <a:rPr lang="en-GB"/>
              <a:t>• They help modify the DOM dynamically.</a:t>
            </a:r>
          </a:p>
          <a:p>
            <a:r>
              <a:rPr lang="en-GB"/>
              <a:t>• They are one of Angular’s core features for</a:t>
            </a:r>
          </a:p>
          <a:p>
            <a:r>
              <a:rPr lang="en-GB"/>
              <a:t>building interactive UIs.</a:t>
            </a:r>
            <a:endParaRPr lang="en-IN" dirty="0"/>
          </a:p>
        </p:txBody>
      </p:sp>
      <p:pic>
        <p:nvPicPr>
          <p:cNvPr id="8" name="Picture 7" descr="Angular Components and Directives - NashTech Blog">
            <a:extLst>
              <a:ext uri="{FF2B5EF4-FFF2-40B4-BE49-F238E27FC236}">
                <a16:creationId xmlns:a16="http://schemas.microsoft.com/office/drawing/2014/main" id="{AE9D984F-F1AF-9BA4-18C9-727B47C6F5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1018" y="2368452"/>
            <a:ext cx="4146922" cy="297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180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8BAAA85F-3B7C-7624-803F-E9D2926048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352789"/>
              </p:ext>
            </p:extLst>
          </p:nvPr>
        </p:nvGraphicFramePr>
        <p:xfrm>
          <a:off x="1097280" y="286604"/>
          <a:ext cx="9939914" cy="12073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7D7D5AE-1988-5ACD-516F-08CC86A361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189122"/>
              </p:ext>
            </p:extLst>
          </p:nvPr>
        </p:nvGraphicFramePr>
        <p:xfrm>
          <a:off x="1096963" y="1846263"/>
          <a:ext cx="10058397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9">
                  <a:extLst>
                    <a:ext uri="{9D8B030D-6E8A-4147-A177-3AD203B41FA5}">
                      <a16:colId xmlns:a16="http://schemas.microsoft.com/office/drawing/2014/main" val="3534014638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1522481877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5658687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DIRECTIVE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92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Component Directive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Directives with templates (most</a:t>
                      </a:r>
                    </a:p>
                    <a:p>
                      <a:r>
                        <a:rPr lang="en-GB" dirty="0"/>
                        <a:t>Commonly used).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&lt;app-user&gt;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8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Structural Directive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Modify DOM structure by adding/removing elements.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*</a:t>
                      </a:r>
                      <a:r>
                        <a:rPr lang="en-IN" dirty="0" err="1"/>
                        <a:t>ngIf</a:t>
                      </a:r>
                      <a:r>
                        <a:rPr lang="en-IN" dirty="0"/>
                        <a:t>, *</a:t>
                      </a:r>
                      <a:r>
                        <a:rPr lang="en-IN" dirty="0" err="1"/>
                        <a:t>ngFor</a:t>
                      </a:r>
                      <a:r>
                        <a:rPr lang="en-IN" dirty="0"/>
                        <a:t>, *</a:t>
                      </a:r>
                      <a:r>
                        <a:rPr lang="en-IN" dirty="0" err="1"/>
                        <a:t>ngSwitch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495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Attribute Directive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Modify the appearance or </a:t>
                      </a:r>
                      <a:r>
                        <a:rPr lang="en-GB" dirty="0" err="1"/>
                        <a:t>behavior</a:t>
                      </a:r>
                      <a:r>
                        <a:rPr lang="en-GB" dirty="0"/>
                        <a:t> of elements.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ngClass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ngStyle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16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9665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5D78DAC-2F28-7BA6-CA58-0D895A7843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09543"/>
              </p:ext>
            </p:extLst>
          </p:nvPr>
        </p:nvGraphicFramePr>
        <p:xfrm>
          <a:off x="1097280" y="0"/>
          <a:ext cx="10058400" cy="1450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3">
            <a:extLst>
              <a:ext uri="{FF2B5EF4-FFF2-40B4-BE49-F238E27FC236}">
                <a16:creationId xmlns:a16="http://schemas.microsoft.com/office/drawing/2014/main" id="{7303D061-43C3-7362-E38C-AD7DB48F2B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866719"/>
            <a:ext cx="9904095" cy="4395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600" b="1" dirty="0"/>
              <a:t>1. What is a Component in Angular?</a:t>
            </a:r>
          </a:p>
          <a:p>
            <a:r>
              <a:rPr lang="en-IN" sz="1600" b="1" dirty="0"/>
              <a:t>Answer:</a:t>
            </a:r>
            <a:br>
              <a:rPr lang="en-IN" sz="1600" dirty="0"/>
            </a:br>
            <a:r>
              <a:rPr lang="en-IN" sz="1600" dirty="0"/>
              <a:t>A Component is the smallest and most important building block of an Angular application. It controls a specific part of the User Interface (UI). Every Angular application contains at least one component called </a:t>
            </a:r>
            <a:r>
              <a:rPr lang="en-IN" sz="1600" b="1" dirty="0" err="1"/>
              <a:t>AppComponent</a:t>
            </a:r>
            <a:r>
              <a:rPr lang="en-IN" sz="1600" dirty="0"/>
              <a:t>.</a:t>
            </a:r>
          </a:p>
          <a:p>
            <a:endParaRPr lang="en-IN" sz="1600" dirty="0"/>
          </a:p>
          <a:p>
            <a:pPr>
              <a:buNone/>
            </a:pPr>
            <a:r>
              <a:rPr lang="en-IN" sz="1600" b="1" dirty="0"/>
              <a:t>2. Why are Components used?</a:t>
            </a:r>
          </a:p>
          <a:p>
            <a:pPr>
              <a:buNone/>
            </a:pPr>
            <a:r>
              <a:rPr lang="en-IN" sz="1600" b="1" dirty="0"/>
              <a:t>Answer: </a:t>
            </a:r>
            <a:r>
              <a:rPr lang="en-IN" sz="1600" dirty="0"/>
              <a:t>Components are used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Build reusable UI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Organize code into smaller modules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Improve maintainability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Separate UI, logic, and styling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134097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6848614-D0F6-6EB0-9C88-315C78E969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6248461"/>
              </p:ext>
            </p:extLst>
          </p:nvPr>
        </p:nvGraphicFramePr>
        <p:xfrm>
          <a:off x="1097280" y="286603"/>
          <a:ext cx="10058400" cy="1450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4C9F3-63A5-7972-B96D-0FDA2D3E5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222793" cy="4023360"/>
          </a:xfrm>
        </p:spPr>
        <p:txBody>
          <a:bodyPr>
            <a:noAutofit/>
          </a:bodyPr>
          <a:lstStyle/>
          <a:p>
            <a:r>
              <a:rPr lang="en-IN" sz="1600" b="1" dirty="0"/>
              <a:t>3. What are the three parts of a Component?</a:t>
            </a:r>
          </a:p>
          <a:p>
            <a:r>
              <a:rPr lang="en-IN" sz="1600" b="1" dirty="0"/>
              <a:t>Answer:</a:t>
            </a:r>
            <a:endParaRPr lang="en-IN" sz="1600" dirty="0"/>
          </a:p>
          <a:p>
            <a:r>
              <a:rPr lang="en-IN" sz="1600" dirty="0"/>
              <a:t>Every component has three main parts:</a:t>
            </a:r>
          </a:p>
          <a:p>
            <a:r>
              <a:rPr lang="en-IN" sz="1600" b="1" dirty="0"/>
              <a:t>HTML Template</a:t>
            </a:r>
            <a:r>
              <a:rPr lang="en-IN" sz="1600" dirty="0"/>
              <a:t> </a:t>
            </a:r>
          </a:p>
          <a:p>
            <a:pPr lvl="1"/>
            <a:r>
              <a:rPr lang="en-IN" sz="1600" dirty="0"/>
              <a:t>Defines the UI layout. </a:t>
            </a:r>
          </a:p>
          <a:p>
            <a:r>
              <a:rPr lang="en-IN" sz="1600" b="1" dirty="0"/>
              <a:t>TypeScript Class</a:t>
            </a:r>
            <a:r>
              <a:rPr lang="en-IN" sz="1600" dirty="0"/>
              <a:t> </a:t>
            </a:r>
          </a:p>
          <a:p>
            <a:pPr lvl="1"/>
            <a:r>
              <a:rPr lang="en-IN" sz="1600" dirty="0"/>
              <a:t>Contains data, properties, methods, and business logic. </a:t>
            </a:r>
          </a:p>
          <a:p>
            <a:r>
              <a:rPr lang="en-IN" sz="1600" b="1" dirty="0"/>
              <a:t>CSS/SCSS</a:t>
            </a:r>
            <a:r>
              <a:rPr lang="en-IN" sz="1600" dirty="0"/>
              <a:t> </a:t>
            </a:r>
          </a:p>
          <a:p>
            <a:pPr lvl="1"/>
            <a:r>
              <a:rPr lang="en-IN" sz="1600" dirty="0"/>
              <a:t>Defines the styles for the component.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12A52A-2227-27C9-FB8D-32AEF9A4A708}"/>
              </a:ext>
            </a:extLst>
          </p:cNvPr>
          <p:cNvSpPr txBox="1"/>
          <p:nvPr/>
        </p:nvSpPr>
        <p:spPr>
          <a:xfrm>
            <a:off x="4563602" y="1834676"/>
            <a:ext cx="312575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4. Which component is mandatory in every Angular application?</a:t>
            </a:r>
          </a:p>
          <a:p>
            <a:r>
              <a:rPr lang="en-IN" sz="1600" b="1" dirty="0"/>
              <a:t>Answer:</a:t>
            </a:r>
          </a:p>
          <a:p>
            <a:endParaRPr lang="en-IN" sz="1600" dirty="0"/>
          </a:p>
          <a:p>
            <a:r>
              <a:rPr lang="en-IN" sz="1600" dirty="0"/>
              <a:t>Every Angular application must have at least one component called </a:t>
            </a:r>
            <a:r>
              <a:rPr lang="en-IN" sz="1600" b="1" dirty="0" err="1"/>
              <a:t>AppComponent</a:t>
            </a:r>
            <a:r>
              <a:rPr lang="en-IN" sz="1600" dirty="0"/>
              <a:t>.</a:t>
            </a:r>
          </a:p>
          <a:p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08AC4A-0EA9-5264-5BBB-53773FB2159A}"/>
              </a:ext>
            </a:extLst>
          </p:cNvPr>
          <p:cNvSpPr txBox="1"/>
          <p:nvPr/>
        </p:nvSpPr>
        <p:spPr>
          <a:xfrm>
            <a:off x="7623110" y="1834676"/>
            <a:ext cx="353257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1600" b="1" dirty="0"/>
              <a:t>5. What is the purpose of the </a:t>
            </a:r>
            <a:r>
              <a:rPr lang="en-IN" sz="1600" b="1" dirty="0">
                <a:latin typeface="Courier New" panose="02070309020205020404" pitchFamily="49" charset="0"/>
              </a:rPr>
              <a:t>@Component</a:t>
            </a:r>
            <a:r>
              <a:rPr lang="en-IN" sz="1600" b="1" dirty="0"/>
              <a:t> decorator?</a:t>
            </a:r>
          </a:p>
          <a:p>
            <a:pPr>
              <a:buNone/>
            </a:pPr>
            <a:r>
              <a:rPr lang="en-IN" sz="1600" b="1" dirty="0"/>
              <a:t>Answer:</a:t>
            </a:r>
          </a:p>
          <a:p>
            <a:pPr>
              <a:buNone/>
            </a:pPr>
            <a:br>
              <a:rPr lang="en-IN" sz="1600" dirty="0"/>
            </a:br>
            <a:r>
              <a:rPr lang="en-IN" sz="1600" dirty="0"/>
              <a:t>The </a:t>
            </a:r>
            <a:r>
              <a:rPr lang="en-IN" sz="1600" dirty="0">
                <a:latin typeface="Courier New" panose="02070309020205020404" pitchFamily="49" charset="0"/>
              </a:rPr>
              <a:t>@Component</a:t>
            </a:r>
            <a:r>
              <a:rPr lang="en-IN" sz="1600" dirty="0"/>
              <a:t> decorator is used to define a component and provide metadata such as:</a:t>
            </a:r>
          </a:p>
          <a:p>
            <a:pPr>
              <a:buNone/>
            </a:pPr>
            <a:endParaRPr lang="en-IN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Courier New" panose="02070309020205020404" pitchFamily="49" charset="0"/>
              </a:rPr>
              <a:t>selector</a:t>
            </a:r>
            <a:r>
              <a:rPr lang="en-IN" sz="1600" dirty="0"/>
              <a:t> – Custom HTML tag for the component.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 err="1">
                <a:latin typeface="Courier New" panose="02070309020205020404" pitchFamily="49" charset="0"/>
              </a:rPr>
              <a:t>templateUrl</a:t>
            </a:r>
            <a:r>
              <a:rPr lang="en-IN" sz="1600" dirty="0"/>
              <a:t> – Path to the HTML template. </a:t>
            </a:r>
          </a:p>
          <a:p>
            <a:endParaRPr lang="en-IN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 err="1">
                <a:latin typeface="Courier New" panose="02070309020205020404" pitchFamily="49" charset="0"/>
              </a:rPr>
              <a:t>styleUrls</a:t>
            </a:r>
            <a:r>
              <a:rPr lang="en-IN" sz="1600" dirty="0"/>
              <a:t> – Path to the CSS/SCSS file.</a:t>
            </a:r>
          </a:p>
        </p:txBody>
      </p:sp>
    </p:spTree>
    <p:extLst>
      <p:ext uri="{BB962C8B-B14F-4D97-AF65-F5344CB8AC3E}">
        <p14:creationId xmlns:p14="http://schemas.microsoft.com/office/powerpoint/2010/main" val="1653967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AE088-9091-596A-44F3-0DA87C2E5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38DC0B4-1DCD-7113-77B2-D5BD593537DF}"/>
              </a:ext>
            </a:extLst>
          </p:cNvPr>
          <p:cNvGraphicFramePr/>
          <p:nvPr/>
        </p:nvGraphicFramePr>
        <p:xfrm>
          <a:off x="1097280" y="286603"/>
          <a:ext cx="10058400" cy="1450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D495-8EBE-D9F4-41C1-88491CAEB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222793" cy="4023360"/>
          </a:xfrm>
        </p:spPr>
        <p:txBody>
          <a:bodyPr>
            <a:normAutofit/>
          </a:bodyPr>
          <a:lstStyle/>
          <a:p>
            <a:r>
              <a:rPr lang="en-IN" sz="1600" b="1" dirty="0"/>
              <a:t>6. Explain the files created for an Angular Component.</a:t>
            </a:r>
          </a:p>
          <a:p>
            <a:r>
              <a:rPr lang="en-IN" sz="1600" b="1" dirty="0"/>
              <a:t>Answer:</a:t>
            </a:r>
            <a:endParaRPr lang="en-IN" sz="1600" dirty="0"/>
          </a:p>
          <a:p>
            <a:r>
              <a:rPr lang="en-IN" sz="1600" b="1" dirty="0" err="1"/>
              <a:t>example.component.ts</a:t>
            </a:r>
            <a:r>
              <a:rPr lang="en-IN" sz="1600" dirty="0"/>
              <a:t> – Contains the component's logic. </a:t>
            </a:r>
          </a:p>
          <a:p>
            <a:r>
              <a:rPr lang="en-IN" sz="1600" b="1" dirty="0"/>
              <a:t>example.component.html</a:t>
            </a:r>
            <a:r>
              <a:rPr lang="en-IN" sz="1600" dirty="0"/>
              <a:t> – Contains the UI/template. </a:t>
            </a:r>
          </a:p>
          <a:p>
            <a:r>
              <a:rPr lang="en-IN" sz="1600" b="1" dirty="0"/>
              <a:t>example.component.css</a:t>
            </a:r>
            <a:r>
              <a:rPr lang="en-IN" sz="1600" dirty="0"/>
              <a:t> – Contains component-specific styling. </a:t>
            </a:r>
          </a:p>
          <a:p>
            <a:r>
              <a:rPr lang="en-IN" sz="1600" b="1" dirty="0" err="1"/>
              <a:t>example.component.spec.ts</a:t>
            </a:r>
            <a:r>
              <a:rPr lang="en-IN" sz="1600" dirty="0"/>
              <a:t> – Used for unit testing.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7EEEB7-88DC-391D-50D7-D2C825787ED5}"/>
              </a:ext>
            </a:extLst>
          </p:cNvPr>
          <p:cNvSpPr txBox="1"/>
          <p:nvPr/>
        </p:nvSpPr>
        <p:spPr>
          <a:xfrm>
            <a:off x="4563602" y="1834676"/>
            <a:ext cx="312575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7. What are Directives in Angular?</a:t>
            </a:r>
          </a:p>
          <a:p>
            <a:r>
              <a:rPr lang="en-IN" sz="1600" b="1" dirty="0"/>
              <a:t>Answer:</a:t>
            </a:r>
          </a:p>
          <a:p>
            <a:br>
              <a:rPr lang="en-IN" sz="1600" dirty="0"/>
            </a:br>
            <a:r>
              <a:rPr lang="en-IN" sz="1600" dirty="0"/>
              <a:t>Directives are special instructions in Angular that modify the structure, appearance, or </a:t>
            </a:r>
            <a:r>
              <a:rPr lang="en-IN" sz="1600" dirty="0" err="1"/>
              <a:t>behavior</a:t>
            </a:r>
            <a:r>
              <a:rPr lang="en-IN" sz="1600" dirty="0"/>
              <a:t> of DOM elements. They act like custom HTML attributes or tags and help build interactive user interfaces.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FD8693-02A9-3ACC-3858-1B24309DF1F0}"/>
              </a:ext>
            </a:extLst>
          </p:cNvPr>
          <p:cNvSpPr txBox="1"/>
          <p:nvPr/>
        </p:nvSpPr>
        <p:spPr>
          <a:xfrm>
            <a:off x="7623110" y="1834676"/>
            <a:ext cx="353257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8. What are the different types of Directives in Angular?</a:t>
            </a:r>
          </a:p>
          <a:p>
            <a:r>
              <a:rPr lang="en-IN" sz="1600" b="1" dirty="0"/>
              <a:t>Answer:</a:t>
            </a:r>
            <a:br>
              <a:rPr lang="en-IN" sz="1600" dirty="0"/>
            </a:br>
            <a:r>
              <a:rPr lang="en-IN" sz="1600" dirty="0"/>
              <a:t>There are three types of directives:</a:t>
            </a:r>
          </a:p>
          <a:p>
            <a:r>
              <a:rPr lang="en-IN" sz="1600" b="1" dirty="0"/>
              <a:t>Component Directive</a:t>
            </a:r>
            <a:r>
              <a:rPr lang="en-IN" sz="1600" dirty="0"/>
              <a:t> – A directive with its own template (e.g., &lt;app-user&gt;). </a:t>
            </a:r>
          </a:p>
          <a:p>
            <a:endParaRPr lang="en-IN" sz="1600" dirty="0"/>
          </a:p>
          <a:p>
            <a:r>
              <a:rPr lang="en-IN" sz="1600" b="1" dirty="0"/>
              <a:t>Structural Directive</a:t>
            </a:r>
            <a:r>
              <a:rPr lang="en-IN" sz="1600" dirty="0"/>
              <a:t> – Modifies the DOM by adding or removing elements (e.g., *</a:t>
            </a:r>
            <a:r>
              <a:rPr lang="en-IN" sz="1600" dirty="0" err="1"/>
              <a:t>ngIf</a:t>
            </a:r>
            <a:r>
              <a:rPr lang="en-IN" sz="1600" dirty="0"/>
              <a:t>, *</a:t>
            </a:r>
            <a:r>
              <a:rPr lang="en-IN" sz="1600" dirty="0" err="1"/>
              <a:t>ngFor</a:t>
            </a:r>
            <a:r>
              <a:rPr lang="en-IN" sz="1600" dirty="0"/>
              <a:t>, *</a:t>
            </a:r>
            <a:r>
              <a:rPr lang="en-IN" sz="1600" dirty="0" err="1"/>
              <a:t>ngSwitch</a:t>
            </a:r>
            <a:r>
              <a:rPr lang="en-IN" sz="1600" dirty="0"/>
              <a:t>). </a:t>
            </a:r>
          </a:p>
          <a:p>
            <a:endParaRPr lang="en-IN" sz="1600" dirty="0"/>
          </a:p>
          <a:p>
            <a:r>
              <a:rPr lang="en-IN" sz="1600" b="1" dirty="0"/>
              <a:t>Attribute Directive</a:t>
            </a:r>
            <a:r>
              <a:rPr lang="en-IN" sz="1600" dirty="0"/>
              <a:t> – Changes the appearance or </a:t>
            </a:r>
            <a:r>
              <a:rPr lang="en-IN" sz="1600" dirty="0" err="1"/>
              <a:t>behavior</a:t>
            </a:r>
            <a:r>
              <a:rPr lang="en-IN" sz="1600" dirty="0"/>
              <a:t> of elements (e.g., </a:t>
            </a:r>
            <a:r>
              <a:rPr lang="en-IN" sz="1600" dirty="0" err="1"/>
              <a:t>ngClass</a:t>
            </a:r>
            <a:r>
              <a:rPr lang="en-IN" sz="1600" dirty="0"/>
              <a:t>, </a:t>
            </a:r>
            <a:r>
              <a:rPr lang="en-IN" sz="1600" dirty="0" err="1"/>
              <a:t>ngStyle</a:t>
            </a:r>
            <a:r>
              <a:rPr lang="en-IN" sz="16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931614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7EB08-565A-93B7-FFD5-9FEF1A878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E570EBC-C594-3D41-F43E-A837C30C09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5963889"/>
              </p:ext>
            </p:extLst>
          </p:nvPr>
        </p:nvGraphicFramePr>
        <p:xfrm>
          <a:off x="1097280" y="0"/>
          <a:ext cx="10058400" cy="1450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3">
            <a:extLst>
              <a:ext uri="{FF2B5EF4-FFF2-40B4-BE49-F238E27FC236}">
                <a16:creationId xmlns:a16="http://schemas.microsoft.com/office/drawing/2014/main" id="{4ADFEDE1-2DB6-3E71-B12A-B637E532D5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3953" y="2074069"/>
            <a:ext cx="5228856" cy="3215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600" b="1" dirty="0"/>
              <a:t>Task 1: Create a Component</a:t>
            </a:r>
          </a:p>
          <a:p>
            <a:r>
              <a:rPr lang="en-IN" sz="1600" b="1" dirty="0"/>
              <a:t>Objective:</a:t>
            </a:r>
            <a:r>
              <a:rPr lang="en-IN" sz="1600" dirty="0"/>
              <a:t> Create a component named student.</a:t>
            </a:r>
          </a:p>
          <a:p>
            <a:r>
              <a:rPr lang="en-IN" sz="1600" b="1" dirty="0"/>
              <a:t>Requirements:</a:t>
            </a:r>
          </a:p>
          <a:p>
            <a:r>
              <a:rPr lang="en-IN" sz="1600" dirty="0"/>
              <a:t>Create the component using Angular CLI. </a:t>
            </a:r>
          </a:p>
          <a:p>
            <a:r>
              <a:rPr lang="en-IN" sz="1600" dirty="0"/>
              <a:t>Display the following information: </a:t>
            </a:r>
          </a:p>
          <a:p>
            <a:pPr lvl="1"/>
            <a:r>
              <a:rPr lang="en-IN" sz="1600" dirty="0"/>
              <a:t>Student Name </a:t>
            </a:r>
          </a:p>
          <a:p>
            <a:pPr lvl="1"/>
            <a:r>
              <a:rPr lang="en-IN" sz="1600" dirty="0"/>
              <a:t>Course </a:t>
            </a:r>
          </a:p>
          <a:p>
            <a:pPr lvl="1"/>
            <a:r>
              <a:rPr lang="en-IN" sz="1600" dirty="0"/>
              <a:t>Department </a:t>
            </a:r>
          </a:p>
          <a:p>
            <a:r>
              <a:rPr lang="en-IN" sz="1600" dirty="0"/>
              <a:t>Add simple CSS styling.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64904C-A879-C66F-DAF4-AC0D186C2C3B}"/>
              </a:ext>
            </a:extLst>
          </p:cNvPr>
          <p:cNvSpPr txBox="1"/>
          <p:nvPr/>
        </p:nvSpPr>
        <p:spPr>
          <a:xfrm>
            <a:off x="6578082" y="1866320"/>
            <a:ext cx="4577598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Task 2: Practice Structural Directives</a:t>
            </a:r>
          </a:p>
          <a:p>
            <a:r>
              <a:rPr lang="en-IN" sz="1600" dirty="0"/>
              <a:t>Create a component named directives-demo.</a:t>
            </a:r>
          </a:p>
          <a:p>
            <a:r>
              <a:rPr lang="en-IN" sz="1600" b="1" dirty="0"/>
              <a:t>Requirements:</a:t>
            </a:r>
          </a:p>
          <a:p>
            <a:endParaRPr lang="en-IN" sz="1600" b="1" dirty="0"/>
          </a:p>
          <a:p>
            <a:r>
              <a:rPr lang="en-IN" sz="1600" dirty="0"/>
              <a:t>Use </a:t>
            </a:r>
            <a:r>
              <a:rPr lang="en-IN" sz="1600" b="1" dirty="0"/>
              <a:t>*</a:t>
            </a:r>
            <a:r>
              <a:rPr lang="en-IN" sz="1600" b="1" dirty="0" err="1"/>
              <a:t>ngIf</a:t>
            </a:r>
            <a:r>
              <a:rPr lang="en-IN" sz="1600" dirty="0"/>
              <a:t> to display:</a:t>
            </a:r>
          </a:p>
          <a:p>
            <a:r>
              <a:rPr lang="en-IN" sz="1600" dirty="0"/>
              <a:t>"Angular is Awesome!“</a:t>
            </a:r>
          </a:p>
          <a:p>
            <a:endParaRPr lang="en-IN" sz="1600" dirty="0"/>
          </a:p>
          <a:p>
            <a:r>
              <a:rPr lang="en-IN" sz="1600" dirty="0"/>
              <a:t>Use </a:t>
            </a:r>
            <a:r>
              <a:rPr lang="en-IN" sz="1600" b="1" dirty="0"/>
              <a:t>*</a:t>
            </a:r>
            <a:r>
              <a:rPr lang="en-IN" sz="1600" b="1" dirty="0" err="1"/>
              <a:t>ngFor</a:t>
            </a:r>
            <a:r>
              <a:rPr lang="en-IN" sz="1600" dirty="0"/>
              <a:t> to display the following programming languages: </a:t>
            </a:r>
          </a:p>
          <a:p>
            <a:pPr lvl="1"/>
            <a:r>
              <a:rPr lang="en-IN" sz="1600" dirty="0"/>
              <a:t>Java </a:t>
            </a:r>
          </a:p>
          <a:p>
            <a:pPr lvl="1"/>
            <a:r>
              <a:rPr lang="en-IN" sz="1600" dirty="0"/>
              <a:t>Python </a:t>
            </a:r>
          </a:p>
          <a:p>
            <a:pPr lvl="1"/>
            <a:r>
              <a:rPr lang="en-IN" sz="1600" dirty="0"/>
              <a:t>JavaScript </a:t>
            </a:r>
          </a:p>
          <a:p>
            <a:pPr lvl="1"/>
            <a:r>
              <a:rPr lang="en-IN" sz="1600" dirty="0"/>
              <a:t>Angular </a:t>
            </a:r>
          </a:p>
          <a:p>
            <a:pPr lvl="1"/>
            <a:endParaRPr lang="en-IN" sz="1600" dirty="0"/>
          </a:p>
          <a:p>
            <a:r>
              <a:rPr lang="en-IN" sz="1600" dirty="0"/>
              <a:t>Use </a:t>
            </a:r>
            <a:r>
              <a:rPr lang="en-IN" sz="1600" b="1" dirty="0"/>
              <a:t>*</a:t>
            </a:r>
            <a:r>
              <a:rPr lang="en-IN" sz="1600" b="1" dirty="0" err="1"/>
              <a:t>ngSwitch</a:t>
            </a:r>
            <a:r>
              <a:rPr lang="en-IN" sz="1600" dirty="0"/>
              <a:t> to display different messages for: </a:t>
            </a:r>
          </a:p>
          <a:p>
            <a:pPr lvl="1"/>
            <a:r>
              <a:rPr lang="en-IN" sz="1600" dirty="0"/>
              <a:t>Student </a:t>
            </a:r>
          </a:p>
          <a:p>
            <a:pPr lvl="1"/>
            <a:r>
              <a:rPr lang="en-IN" sz="1600" dirty="0"/>
              <a:t>Teacher </a:t>
            </a:r>
          </a:p>
          <a:p>
            <a:pPr lvl="1"/>
            <a:r>
              <a:rPr lang="en-IN" sz="1600" dirty="0"/>
              <a:t>Admin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28032449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214</TotalTime>
  <Words>947</Words>
  <Application>Microsoft Office PowerPoint</Application>
  <PresentationFormat>Widescreen</PresentationFormat>
  <Paragraphs>157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Times New Roman</vt:lpstr>
      <vt:lpstr>Retrospect</vt:lpstr>
      <vt:lpstr>ANGULAR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Raj kumar</cp:lastModifiedBy>
  <cp:revision>50</cp:revision>
  <dcterms:created xsi:type="dcterms:W3CDTF">2026-05-28T09:27:23Z</dcterms:created>
  <dcterms:modified xsi:type="dcterms:W3CDTF">2026-06-28T09:55:23Z</dcterms:modified>
</cp:coreProperties>
</file>