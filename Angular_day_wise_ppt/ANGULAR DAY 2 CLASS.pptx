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71" r:id="rId5"/>
    <p:sldId id="272" r:id="rId6"/>
    <p:sldId id="270" r:id="rId7"/>
    <p:sldId id="259" r:id="rId8"/>
    <p:sldId id="265" r:id="rId9"/>
    <p:sldId id="273" r:id="rId10"/>
    <p:sldId id="267" r:id="rId11"/>
    <p:sldId id="268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4200/" TargetMode="External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4200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DC018-AC4D-496E-9A4C-D7E9A068DE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DC8416B-519A-4341-8B46-E26D975A1152}">
      <dgm:prSet custT="1"/>
      <dgm:spPr/>
      <dgm:t>
        <a:bodyPr/>
        <a:lstStyle/>
        <a:p>
          <a:pPr algn="ctr"/>
          <a:r>
            <a:rPr lang="en-IN" sz="4000" baseline="0" dirty="0"/>
            <a:t>1.What is Angular?</a:t>
          </a:r>
          <a:endParaRPr lang="en-IN" sz="4000" dirty="0"/>
        </a:p>
      </dgm:t>
    </dgm:pt>
    <dgm:pt modelId="{2BC31F0C-7068-4565-BCB5-5369EE5B2D28}" type="parTrans" cxnId="{3A2074FD-3BA1-47DB-AC97-92BD184F5576}">
      <dgm:prSet/>
      <dgm:spPr/>
      <dgm:t>
        <a:bodyPr/>
        <a:lstStyle/>
        <a:p>
          <a:endParaRPr lang="en-IN"/>
        </a:p>
      </dgm:t>
    </dgm:pt>
    <dgm:pt modelId="{EBFB63C2-478B-4CD4-8B26-857F7F315C24}" type="sibTrans" cxnId="{3A2074FD-3BA1-47DB-AC97-92BD184F5576}">
      <dgm:prSet/>
      <dgm:spPr/>
      <dgm:t>
        <a:bodyPr/>
        <a:lstStyle/>
        <a:p>
          <a:endParaRPr lang="en-IN"/>
        </a:p>
      </dgm:t>
    </dgm:pt>
    <dgm:pt modelId="{1C822634-F571-4402-95C1-5474ABD567AE}" type="pres">
      <dgm:prSet presAssocID="{320DC018-AC4D-496E-9A4C-D7E9A068DEF5}" presName="linear" presStyleCnt="0">
        <dgm:presLayoutVars>
          <dgm:animLvl val="lvl"/>
          <dgm:resizeHandles val="exact"/>
        </dgm:presLayoutVars>
      </dgm:prSet>
      <dgm:spPr/>
    </dgm:pt>
    <dgm:pt modelId="{196182DB-902D-46B6-B439-A6B20F0E8B01}" type="pres">
      <dgm:prSet presAssocID="{CDC8416B-519A-4341-8B46-E26D975A1152}" presName="parentText" presStyleLbl="node1" presStyleIdx="0" presStyleCnt="1" custLinFactNeighborX="-21429" custLinFactNeighborY="-7424">
        <dgm:presLayoutVars>
          <dgm:chMax val="0"/>
          <dgm:bulletEnabled val="1"/>
        </dgm:presLayoutVars>
      </dgm:prSet>
      <dgm:spPr/>
    </dgm:pt>
  </dgm:ptLst>
  <dgm:cxnLst>
    <dgm:cxn modelId="{7A5863B8-50B6-40BF-9ED8-9F92AFDABEBA}" type="presOf" srcId="{CDC8416B-519A-4341-8B46-E26D975A1152}" destId="{196182DB-902D-46B6-B439-A6B20F0E8B01}" srcOrd="0" destOrd="0" presId="urn:microsoft.com/office/officeart/2005/8/layout/vList2"/>
    <dgm:cxn modelId="{40EABEFB-8B89-487D-82C9-A8E09CFC09EC}" type="presOf" srcId="{320DC018-AC4D-496E-9A4C-D7E9A068DEF5}" destId="{1C822634-F571-4402-95C1-5474ABD567AE}" srcOrd="0" destOrd="0" presId="urn:microsoft.com/office/officeart/2005/8/layout/vList2"/>
    <dgm:cxn modelId="{3A2074FD-3BA1-47DB-AC97-92BD184F5576}" srcId="{320DC018-AC4D-496E-9A4C-D7E9A068DEF5}" destId="{CDC8416B-519A-4341-8B46-E26D975A1152}" srcOrd="0" destOrd="0" parTransId="{2BC31F0C-7068-4565-BCB5-5369EE5B2D28}" sibTransId="{EBFB63C2-478B-4CD4-8B26-857F7F315C24}"/>
    <dgm:cxn modelId="{D0D7BEDE-807B-4F52-8123-9E913FCC468A}" type="presParOf" srcId="{1C822634-F571-4402-95C1-5474ABD567AE}" destId="{196182DB-902D-46B6-B439-A6B20F0E8B0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US" sz="4000" baseline="0" dirty="0"/>
            <a:t>2.Angular Features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US" sz="4000" baseline="0" dirty="0"/>
            <a:t>2.Angular Features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US" sz="4000" baseline="0" dirty="0"/>
            <a:t>2.Angular Features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86ABE1-D269-4820-B55F-DB16437801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997A0D-B9E0-42FA-8295-91CCDB26DA39}">
      <dgm:prSet/>
      <dgm:spPr/>
      <dgm:t>
        <a:bodyPr/>
        <a:lstStyle/>
        <a:p>
          <a:pPr algn="ctr"/>
          <a:r>
            <a:rPr lang="en-US" baseline="0" dirty="0"/>
            <a:t>3.Angular Feature Summary</a:t>
          </a:r>
          <a:endParaRPr lang="en-IN" dirty="0"/>
        </a:p>
      </dgm:t>
    </dgm:pt>
    <dgm:pt modelId="{177A73B1-6AE1-46F8-8500-BA23CAC03B78}" type="parTrans" cxnId="{12C7E1E3-BF9A-4A5F-B057-97661427537F}">
      <dgm:prSet/>
      <dgm:spPr/>
      <dgm:t>
        <a:bodyPr/>
        <a:lstStyle/>
        <a:p>
          <a:endParaRPr lang="en-IN"/>
        </a:p>
      </dgm:t>
    </dgm:pt>
    <dgm:pt modelId="{E043AA3A-4C72-4A8D-94E3-F8F9FBBB782F}" type="sibTrans" cxnId="{12C7E1E3-BF9A-4A5F-B057-97661427537F}">
      <dgm:prSet/>
      <dgm:spPr/>
      <dgm:t>
        <a:bodyPr/>
        <a:lstStyle/>
        <a:p>
          <a:endParaRPr lang="en-IN"/>
        </a:p>
      </dgm:t>
    </dgm:pt>
    <dgm:pt modelId="{157B0E1F-A533-46D8-801C-34173D8B0B3E}" type="pres">
      <dgm:prSet presAssocID="{2986ABE1-D269-4820-B55F-DB16437801B1}" presName="linear" presStyleCnt="0">
        <dgm:presLayoutVars>
          <dgm:animLvl val="lvl"/>
          <dgm:resizeHandles val="exact"/>
        </dgm:presLayoutVars>
      </dgm:prSet>
      <dgm:spPr/>
    </dgm:pt>
    <dgm:pt modelId="{3F97EE95-FCA8-4142-B0CA-3DD01E92685C}" type="pres">
      <dgm:prSet presAssocID="{E2997A0D-B9E0-42FA-8295-91CCDB26DA39}" presName="parentText" presStyleLbl="node1" presStyleIdx="0" presStyleCnt="1" custLinFactNeighborY="-10738">
        <dgm:presLayoutVars>
          <dgm:chMax val="0"/>
          <dgm:bulletEnabled val="1"/>
        </dgm:presLayoutVars>
      </dgm:prSet>
      <dgm:spPr/>
    </dgm:pt>
  </dgm:ptLst>
  <dgm:cxnLst>
    <dgm:cxn modelId="{E6AB2638-F5D8-47E1-9B32-CF89829A55FC}" type="presOf" srcId="{2986ABE1-D269-4820-B55F-DB16437801B1}" destId="{157B0E1F-A533-46D8-801C-34173D8B0B3E}" srcOrd="0" destOrd="0" presId="urn:microsoft.com/office/officeart/2005/8/layout/vList2"/>
    <dgm:cxn modelId="{C4C929A9-15B0-4CF9-B80A-2A326AF425C0}" type="presOf" srcId="{E2997A0D-B9E0-42FA-8295-91CCDB26DA39}" destId="{3F97EE95-FCA8-4142-B0CA-3DD01E92685C}" srcOrd="0" destOrd="0" presId="urn:microsoft.com/office/officeart/2005/8/layout/vList2"/>
    <dgm:cxn modelId="{12C7E1E3-BF9A-4A5F-B057-97661427537F}" srcId="{2986ABE1-D269-4820-B55F-DB16437801B1}" destId="{E2997A0D-B9E0-42FA-8295-91CCDB26DA39}" srcOrd="0" destOrd="0" parTransId="{177A73B1-6AE1-46F8-8500-BA23CAC03B78}" sibTransId="{E043AA3A-4C72-4A8D-94E3-F8F9FBBB782F}"/>
    <dgm:cxn modelId="{64222A87-E051-48FA-B7CA-FFD4B50E2522}" type="presParOf" srcId="{157B0E1F-A533-46D8-801C-34173D8B0B3E}" destId="{3F97EE95-FCA8-4142-B0CA-3DD01E9268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90DBED-E97D-4C79-894A-346CB69CE0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B850F6-3E55-4353-A532-FAA9E9734F9E}">
      <dgm:prSet/>
      <dgm:spPr/>
      <dgm:t>
        <a:bodyPr/>
        <a:lstStyle/>
        <a:p>
          <a:pPr algn="ctr"/>
          <a:r>
            <a:rPr lang="en-US" b="1" baseline="0" dirty="0"/>
            <a:t>4.</a:t>
          </a:r>
          <a:r>
            <a:rPr lang="en-IN" b="1" baseline="0" dirty="0"/>
            <a:t> Angular Setup</a:t>
          </a:r>
          <a:endParaRPr lang="en-IN" dirty="0"/>
        </a:p>
      </dgm:t>
    </dgm:pt>
    <dgm:pt modelId="{73BA1612-F0F5-428E-A755-8AB8EECAF8EC}" type="parTrans" cxnId="{C5F1D81E-3CD6-48F7-BB5B-9F7BA6A57C93}">
      <dgm:prSet/>
      <dgm:spPr/>
      <dgm:t>
        <a:bodyPr/>
        <a:lstStyle/>
        <a:p>
          <a:endParaRPr lang="en-IN"/>
        </a:p>
      </dgm:t>
    </dgm:pt>
    <dgm:pt modelId="{73E1BC14-15ED-432D-B906-1DDFFB1B57BB}" type="sibTrans" cxnId="{C5F1D81E-3CD6-48F7-BB5B-9F7BA6A57C93}">
      <dgm:prSet/>
      <dgm:spPr/>
      <dgm:t>
        <a:bodyPr/>
        <a:lstStyle/>
        <a:p>
          <a:endParaRPr lang="en-IN"/>
        </a:p>
      </dgm:t>
    </dgm:pt>
    <dgm:pt modelId="{F21D7815-C578-46A2-B565-218C43BC71D4}" type="pres">
      <dgm:prSet presAssocID="{7490DBED-E97D-4C79-894A-346CB69CE0FE}" presName="linear" presStyleCnt="0">
        <dgm:presLayoutVars>
          <dgm:animLvl val="lvl"/>
          <dgm:resizeHandles val="exact"/>
        </dgm:presLayoutVars>
      </dgm:prSet>
      <dgm:spPr/>
    </dgm:pt>
    <dgm:pt modelId="{DE91D959-A017-4751-8F6E-14F8A46E6CD3}" type="pres">
      <dgm:prSet presAssocID="{F0B850F6-3E55-4353-A532-FAA9E9734F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5F1D81E-3CD6-48F7-BB5B-9F7BA6A57C93}" srcId="{7490DBED-E97D-4C79-894A-346CB69CE0FE}" destId="{F0B850F6-3E55-4353-A532-FAA9E9734F9E}" srcOrd="0" destOrd="0" parTransId="{73BA1612-F0F5-428E-A755-8AB8EECAF8EC}" sibTransId="{73E1BC14-15ED-432D-B906-1DDFFB1B57BB}"/>
    <dgm:cxn modelId="{6C675C2D-DA3D-4ADD-848F-395AE6552CCA}" type="presOf" srcId="{F0B850F6-3E55-4353-A532-FAA9E9734F9E}" destId="{DE91D959-A017-4751-8F6E-14F8A46E6CD3}" srcOrd="0" destOrd="0" presId="urn:microsoft.com/office/officeart/2005/8/layout/vList2"/>
    <dgm:cxn modelId="{1A9C0898-F2A2-4A08-986C-02FB3B55FF42}" type="presOf" srcId="{7490DBED-E97D-4C79-894A-346CB69CE0FE}" destId="{F21D7815-C578-46A2-B565-218C43BC71D4}" srcOrd="0" destOrd="0" presId="urn:microsoft.com/office/officeart/2005/8/layout/vList2"/>
    <dgm:cxn modelId="{EC97E2E1-8232-4052-A8C7-8D25DF880293}" type="presParOf" srcId="{F21D7815-C578-46A2-B565-218C43BC71D4}" destId="{DE91D959-A017-4751-8F6E-14F8A46E6C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DCF8E2-672D-415C-9114-E177937A7F5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4555F0-447E-4E3B-A34D-5317B93C72EF}">
      <dgm:prSet phldrT="[Text]" phldr="0"/>
      <dgm:spPr/>
      <dgm:t>
        <a:bodyPr/>
        <a:lstStyle/>
        <a:p>
          <a:r>
            <a:rPr lang="en-GB" dirty="0"/>
            <a:t>Step 1</a:t>
          </a:r>
          <a:endParaRPr lang="en-IN" dirty="0"/>
        </a:p>
      </dgm:t>
    </dgm:pt>
    <dgm:pt modelId="{8D39E3E1-1839-4B4C-9F4A-4CD1612011A4}" type="parTrans" cxnId="{AD467B21-3A5C-45E5-879C-D3478C1FF9D1}">
      <dgm:prSet/>
      <dgm:spPr/>
      <dgm:t>
        <a:bodyPr/>
        <a:lstStyle/>
        <a:p>
          <a:endParaRPr lang="en-IN"/>
        </a:p>
      </dgm:t>
    </dgm:pt>
    <dgm:pt modelId="{B7232EAE-7826-4B88-815B-CD334DE82C6D}" type="sibTrans" cxnId="{AD467B21-3A5C-45E5-879C-D3478C1FF9D1}">
      <dgm:prSet/>
      <dgm:spPr/>
      <dgm:t>
        <a:bodyPr/>
        <a:lstStyle/>
        <a:p>
          <a:endParaRPr lang="en-IN"/>
        </a:p>
      </dgm:t>
    </dgm:pt>
    <dgm:pt modelId="{AEC98F55-578F-45F7-AAA7-1B0C35A46AD3}">
      <dgm:prSet phldrT="[Text]"/>
      <dgm:spPr/>
      <dgm:t>
        <a:bodyPr/>
        <a:lstStyle/>
        <a:p>
          <a:r>
            <a:rPr lang="en-GB" dirty="0"/>
            <a:t> Install Angular CLI</a:t>
          </a:r>
          <a:endParaRPr lang="en-IN" dirty="0"/>
        </a:p>
      </dgm:t>
    </dgm:pt>
    <dgm:pt modelId="{0CF8426B-EEEA-47BB-AF1F-CD94E4C2FB26}" type="parTrans" cxnId="{D364204D-5215-446B-9767-1DA1620F6793}">
      <dgm:prSet/>
      <dgm:spPr/>
      <dgm:t>
        <a:bodyPr/>
        <a:lstStyle/>
        <a:p>
          <a:endParaRPr lang="en-IN"/>
        </a:p>
      </dgm:t>
    </dgm:pt>
    <dgm:pt modelId="{1CC98D1D-ACD4-4E57-99BD-A8F5EFB528D9}" type="sibTrans" cxnId="{D364204D-5215-446B-9767-1DA1620F6793}">
      <dgm:prSet/>
      <dgm:spPr/>
      <dgm:t>
        <a:bodyPr/>
        <a:lstStyle/>
        <a:p>
          <a:endParaRPr lang="en-IN"/>
        </a:p>
      </dgm:t>
    </dgm:pt>
    <dgm:pt modelId="{D47E4B49-B040-4547-B813-1F4F7A0AFFCA}">
      <dgm:prSet phldrT="[Text]" phldr="0"/>
      <dgm:spPr/>
      <dgm:t>
        <a:bodyPr/>
        <a:lstStyle/>
        <a:p>
          <a:r>
            <a:rPr lang="en-GB" dirty="0"/>
            <a:t>Step 2</a:t>
          </a:r>
          <a:endParaRPr lang="en-IN" dirty="0"/>
        </a:p>
      </dgm:t>
    </dgm:pt>
    <dgm:pt modelId="{009AE830-4ACB-4CA0-84EA-8D413B9234AE}" type="parTrans" cxnId="{935FE09B-7D18-4756-A11C-67210458AE8B}">
      <dgm:prSet/>
      <dgm:spPr/>
      <dgm:t>
        <a:bodyPr/>
        <a:lstStyle/>
        <a:p>
          <a:endParaRPr lang="en-IN"/>
        </a:p>
      </dgm:t>
    </dgm:pt>
    <dgm:pt modelId="{233019C2-7F73-419B-B1DB-27DA68FD35A6}" type="sibTrans" cxnId="{935FE09B-7D18-4756-A11C-67210458AE8B}">
      <dgm:prSet/>
      <dgm:spPr/>
      <dgm:t>
        <a:bodyPr/>
        <a:lstStyle/>
        <a:p>
          <a:endParaRPr lang="en-IN"/>
        </a:p>
      </dgm:t>
    </dgm:pt>
    <dgm:pt modelId="{4B6B3AE2-BD0A-48E2-BA0F-4FC00C3C0E79}">
      <dgm:prSet phldrT="[Text]"/>
      <dgm:spPr/>
      <dgm:t>
        <a:bodyPr/>
        <a:lstStyle/>
        <a:p>
          <a:r>
            <a:rPr lang="en-GB" dirty="0"/>
            <a:t>Create a New Angular Project</a:t>
          </a:r>
          <a:endParaRPr lang="en-IN" dirty="0"/>
        </a:p>
      </dgm:t>
    </dgm:pt>
    <dgm:pt modelId="{BC5A6C71-E077-4808-9F8D-7B5AD8B61C99}" type="parTrans" cxnId="{CD3E4FD5-3193-4999-99E4-B7AE73C90160}">
      <dgm:prSet/>
      <dgm:spPr/>
      <dgm:t>
        <a:bodyPr/>
        <a:lstStyle/>
        <a:p>
          <a:endParaRPr lang="en-IN"/>
        </a:p>
      </dgm:t>
    </dgm:pt>
    <dgm:pt modelId="{FD92A1BB-3D0B-4260-8908-82CC929B7433}" type="sibTrans" cxnId="{CD3E4FD5-3193-4999-99E4-B7AE73C90160}">
      <dgm:prSet/>
      <dgm:spPr/>
      <dgm:t>
        <a:bodyPr/>
        <a:lstStyle/>
        <a:p>
          <a:endParaRPr lang="en-IN"/>
        </a:p>
      </dgm:t>
    </dgm:pt>
    <dgm:pt modelId="{01B3C9FA-E690-4588-8931-9277F47F0317}">
      <dgm:prSet phldrT="[Text]" phldr="0"/>
      <dgm:spPr/>
      <dgm:t>
        <a:bodyPr/>
        <a:lstStyle/>
        <a:p>
          <a:r>
            <a:rPr lang="en-GB" dirty="0"/>
            <a:t>Step 3</a:t>
          </a:r>
          <a:endParaRPr lang="en-IN" dirty="0"/>
        </a:p>
      </dgm:t>
    </dgm:pt>
    <dgm:pt modelId="{B47206B6-E49E-4DBD-AB37-B51235B777D8}" type="parTrans" cxnId="{56B06F39-5E70-4E8E-B4E8-C595BCBCCDC6}">
      <dgm:prSet/>
      <dgm:spPr/>
      <dgm:t>
        <a:bodyPr/>
        <a:lstStyle/>
        <a:p>
          <a:endParaRPr lang="en-IN"/>
        </a:p>
      </dgm:t>
    </dgm:pt>
    <dgm:pt modelId="{05FA6CDA-BDC5-47AA-B21F-EBCC3D4D71FE}" type="sibTrans" cxnId="{56B06F39-5E70-4E8E-B4E8-C595BCBCCDC6}">
      <dgm:prSet/>
      <dgm:spPr/>
      <dgm:t>
        <a:bodyPr/>
        <a:lstStyle/>
        <a:p>
          <a:endParaRPr lang="en-IN"/>
        </a:p>
      </dgm:t>
    </dgm:pt>
    <dgm:pt modelId="{3A62B1E2-7186-43CB-AC2E-71D59935BBD8}">
      <dgm:prSet phldrT="[Text]"/>
      <dgm:spPr/>
      <dgm:t>
        <a:bodyPr/>
        <a:lstStyle/>
        <a:p>
          <a:r>
            <a:rPr lang="en-IN" dirty="0"/>
            <a:t>Run the Project</a:t>
          </a:r>
        </a:p>
      </dgm:t>
    </dgm:pt>
    <dgm:pt modelId="{1946612B-1107-447A-AF77-4E54EA58AAB8}" type="parTrans" cxnId="{C6ACBFCE-E12E-4106-A6F4-0ACAEB4ED625}">
      <dgm:prSet/>
      <dgm:spPr/>
      <dgm:t>
        <a:bodyPr/>
        <a:lstStyle/>
        <a:p>
          <a:endParaRPr lang="en-IN"/>
        </a:p>
      </dgm:t>
    </dgm:pt>
    <dgm:pt modelId="{69A425D2-285E-4251-985C-20612446E318}" type="sibTrans" cxnId="{C6ACBFCE-E12E-4106-A6F4-0ACAEB4ED625}">
      <dgm:prSet/>
      <dgm:spPr/>
      <dgm:t>
        <a:bodyPr/>
        <a:lstStyle/>
        <a:p>
          <a:endParaRPr lang="en-IN"/>
        </a:p>
      </dgm:t>
    </dgm:pt>
    <dgm:pt modelId="{00656355-3C68-42CE-A122-5E9E30114FE8}">
      <dgm:prSet/>
      <dgm:spPr/>
      <dgm:t>
        <a:bodyPr/>
        <a:lstStyle/>
        <a:p>
          <a:r>
            <a:rPr lang="en-IN" dirty="0"/>
            <a:t> </a:t>
          </a:r>
          <a:r>
            <a:rPr lang="en-IN" b="1" dirty="0" err="1"/>
            <a:t>npm</a:t>
          </a:r>
          <a:r>
            <a:rPr lang="en-IN" b="1" dirty="0"/>
            <a:t> install -g @angular/cli</a:t>
          </a:r>
        </a:p>
      </dgm:t>
    </dgm:pt>
    <dgm:pt modelId="{07CE1B58-F8AB-4F55-9558-394937623FAE}" type="parTrans" cxnId="{4C5C1193-8D45-42F1-9A4B-A0FB42F6AE1A}">
      <dgm:prSet/>
      <dgm:spPr/>
      <dgm:t>
        <a:bodyPr/>
        <a:lstStyle/>
        <a:p>
          <a:endParaRPr lang="en-IN"/>
        </a:p>
      </dgm:t>
    </dgm:pt>
    <dgm:pt modelId="{D807F009-62DB-4811-8F74-7422D7CB6FEA}" type="sibTrans" cxnId="{4C5C1193-8D45-42F1-9A4B-A0FB42F6AE1A}">
      <dgm:prSet/>
      <dgm:spPr/>
      <dgm:t>
        <a:bodyPr/>
        <a:lstStyle/>
        <a:p>
          <a:endParaRPr lang="en-IN"/>
        </a:p>
      </dgm:t>
    </dgm:pt>
    <dgm:pt modelId="{E0AA635D-BEDA-4E5D-84DB-4EDF812E9CD9}">
      <dgm:prSet/>
      <dgm:spPr/>
      <dgm:t>
        <a:bodyPr/>
        <a:lstStyle/>
        <a:p>
          <a:r>
            <a:rPr lang="en-IN" b="1" dirty="0"/>
            <a:t>ng new app-name  </a:t>
          </a:r>
          <a:r>
            <a:rPr lang="en-IN" dirty="0"/>
            <a:t>(</a:t>
          </a:r>
          <a:r>
            <a:rPr lang="en-GB" dirty="0"/>
            <a:t>Choose CSS and select No for server-side rendering</a:t>
          </a:r>
          <a:r>
            <a:rPr lang="en-IN" dirty="0"/>
            <a:t>when prompted)</a:t>
          </a:r>
        </a:p>
      </dgm:t>
    </dgm:pt>
    <dgm:pt modelId="{1A7EC689-9B86-4D80-87C5-C84DE467DFA7}" type="parTrans" cxnId="{13D4DF4A-DEDF-4A8A-8EC2-A414DC490CD9}">
      <dgm:prSet/>
      <dgm:spPr/>
      <dgm:t>
        <a:bodyPr/>
        <a:lstStyle/>
        <a:p>
          <a:endParaRPr lang="en-IN"/>
        </a:p>
      </dgm:t>
    </dgm:pt>
    <dgm:pt modelId="{82FF263E-0660-48FA-B3CD-D481C6708989}" type="sibTrans" cxnId="{13D4DF4A-DEDF-4A8A-8EC2-A414DC490CD9}">
      <dgm:prSet/>
      <dgm:spPr/>
      <dgm:t>
        <a:bodyPr/>
        <a:lstStyle/>
        <a:p>
          <a:endParaRPr lang="en-IN"/>
        </a:p>
      </dgm:t>
    </dgm:pt>
    <dgm:pt modelId="{10E10987-69B9-40E7-8524-6877A7824C3F}">
      <dgm:prSet/>
      <dgm:spPr/>
      <dgm:t>
        <a:bodyPr/>
        <a:lstStyle/>
        <a:p>
          <a:r>
            <a:rPr lang="en-IN" b="1" dirty="0"/>
            <a:t>cd app-name</a:t>
          </a:r>
        </a:p>
      </dgm:t>
    </dgm:pt>
    <dgm:pt modelId="{3734AD97-21DF-4E36-A01A-945EEBCAEBEA}" type="parTrans" cxnId="{BEA1D6DD-5CCE-4211-8DA5-3B07000027B6}">
      <dgm:prSet/>
      <dgm:spPr/>
      <dgm:t>
        <a:bodyPr/>
        <a:lstStyle/>
        <a:p>
          <a:endParaRPr lang="en-IN"/>
        </a:p>
      </dgm:t>
    </dgm:pt>
    <dgm:pt modelId="{0BBA7594-D108-46B2-91D7-8FCDF5720548}" type="sibTrans" cxnId="{BEA1D6DD-5CCE-4211-8DA5-3B07000027B6}">
      <dgm:prSet/>
      <dgm:spPr/>
      <dgm:t>
        <a:bodyPr/>
        <a:lstStyle/>
        <a:p>
          <a:endParaRPr lang="en-IN"/>
        </a:p>
      </dgm:t>
    </dgm:pt>
    <dgm:pt modelId="{48EF4068-90FD-4CEA-9FC6-15577E3495CF}">
      <dgm:prSet/>
      <dgm:spPr/>
      <dgm:t>
        <a:bodyPr/>
        <a:lstStyle/>
        <a:p>
          <a:r>
            <a:rPr lang="en-IN" b="1" dirty="0"/>
            <a:t>ng serve  </a:t>
          </a:r>
          <a:r>
            <a:rPr lang="en-IN" dirty="0"/>
            <a:t>(</a:t>
          </a:r>
          <a:r>
            <a:rPr lang="en-GB" dirty="0"/>
            <a:t>The application will run at: </a:t>
          </a:r>
          <a:r>
            <a:rPr lang="en-GB" dirty="0">
              <a:hlinkClick xmlns:r="http://schemas.openxmlformats.org/officeDocument/2006/relationships" r:id="rId1"/>
            </a:rPr>
            <a:t>http://localhost:4200/</a:t>
          </a:r>
          <a:r>
            <a:rPr lang="en-GB" dirty="0"/>
            <a:t> )</a:t>
          </a:r>
          <a:endParaRPr lang="en-IN" dirty="0"/>
        </a:p>
      </dgm:t>
    </dgm:pt>
    <dgm:pt modelId="{BFFD1283-F4A4-4B29-B383-4DA6889EA7A1}" type="parTrans" cxnId="{31C7DF4C-1D10-4CCF-ACB3-45959889D1C7}">
      <dgm:prSet/>
      <dgm:spPr/>
      <dgm:t>
        <a:bodyPr/>
        <a:lstStyle/>
        <a:p>
          <a:endParaRPr lang="en-IN"/>
        </a:p>
      </dgm:t>
    </dgm:pt>
    <dgm:pt modelId="{B21DCF10-C6B1-40C0-91EC-C32BF7762C06}" type="sibTrans" cxnId="{31C7DF4C-1D10-4CCF-ACB3-45959889D1C7}">
      <dgm:prSet/>
      <dgm:spPr/>
      <dgm:t>
        <a:bodyPr/>
        <a:lstStyle/>
        <a:p>
          <a:endParaRPr lang="en-IN"/>
        </a:p>
      </dgm:t>
    </dgm:pt>
    <dgm:pt modelId="{4D769C9E-06EF-48F1-BFDC-940DDB5C981A}" type="pres">
      <dgm:prSet presAssocID="{10DCF8E2-672D-415C-9114-E177937A7F57}" presName="linearFlow" presStyleCnt="0">
        <dgm:presLayoutVars>
          <dgm:dir/>
          <dgm:animLvl val="lvl"/>
          <dgm:resizeHandles val="exact"/>
        </dgm:presLayoutVars>
      </dgm:prSet>
      <dgm:spPr/>
    </dgm:pt>
    <dgm:pt modelId="{57D7C95F-F0A6-4784-AC6C-582A44DDB46E}" type="pres">
      <dgm:prSet presAssocID="{204555F0-447E-4E3B-A34D-5317B93C72EF}" presName="composite" presStyleCnt="0"/>
      <dgm:spPr/>
    </dgm:pt>
    <dgm:pt modelId="{0DD33488-F67B-4A6B-B10C-CA77E54CE23A}" type="pres">
      <dgm:prSet presAssocID="{204555F0-447E-4E3B-A34D-5317B93C72E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ABD83A0-6FA7-4D7C-AC30-5B165253E1AF}" type="pres">
      <dgm:prSet presAssocID="{204555F0-447E-4E3B-A34D-5317B93C72EF}" presName="descendantText" presStyleLbl="alignAcc1" presStyleIdx="0" presStyleCnt="3">
        <dgm:presLayoutVars>
          <dgm:bulletEnabled val="1"/>
        </dgm:presLayoutVars>
      </dgm:prSet>
      <dgm:spPr/>
    </dgm:pt>
    <dgm:pt modelId="{AB849B19-75B4-4A8A-83C2-8C1AB5E930D9}" type="pres">
      <dgm:prSet presAssocID="{B7232EAE-7826-4B88-815B-CD334DE82C6D}" presName="sp" presStyleCnt="0"/>
      <dgm:spPr/>
    </dgm:pt>
    <dgm:pt modelId="{5EDE6B77-551B-4447-9AEA-3B7A74F34527}" type="pres">
      <dgm:prSet presAssocID="{D47E4B49-B040-4547-B813-1F4F7A0AFFCA}" presName="composite" presStyleCnt="0"/>
      <dgm:spPr/>
    </dgm:pt>
    <dgm:pt modelId="{A00187A9-C42C-4B2B-A2EA-78CC12814DC0}" type="pres">
      <dgm:prSet presAssocID="{D47E4B49-B040-4547-B813-1F4F7A0AFFC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10DC265-0F72-4935-AEFA-371AA8CC7BAD}" type="pres">
      <dgm:prSet presAssocID="{D47E4B49-B040-4547-B813-1F4F7A0AFFCA}" presName="descendantText" presStyleLbl="alignAcc1" presStyleIdx="1" presStyleCnt="3">
        <dgm:presLayoutVars>
          <dgm:bulletEnabled val="1"/>
        </dgm:presLayoutVars>
      </dgm:prSet>
      <dgm:spPr/>
    </dgm:pt>
    <dgm:pt modelId="{D82BF376-9E52-47DA-BA26-AEFA0B843C4A}" type="pres">
      <dgm:prSet presAssocID="{233019C2-7F73-419B-B1DB-27DA68FD35A6}" presName="sp" presStyleCnt="0"/>
      <dgm:spPr/>
    </dgm:pt>
    <dgm:pt modelId="{37C7321B-2770-40F1-9AEA-FE2367EE1404}" type="pres">
      <dgm:prSet presAssocID="{01B3C9FA-E690-4588-8931-9277F47F0317}" presName="composite" presStyleCnt="0"/>
      <dgm:spPr/>
    </dgm:pt>
    <dgm:pt modelId="{54B0BD8D-8E24-4324-A1FD-8C0CF4B0184E}" type="pres">
      <dgm:prSet presAssocID="{01B3C9FA-E690-4588-8931-9277F47F031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23D0DC7-70C7-4D17-9A2F-05C406862503}" type="pres">
      <dgm:prSet presAssocID="{01B3C9FA-E690-4588-8931-9277F47F031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7A47D02-E7F4-4EAE-8D21-0F600A0E1AC9}" type="presOf" srcId="{48EF4068-90FD-4CEA-9FC6-15577E3495CF}" destId="{023D0DC7-70C7-4D17-9A2F-05C406862503}" srcOrd="0" destOrd="2" presId="urn:microsoft.com/office/officeart/2005/8/layout/chevron2"/>
    <dgm:cxn modelId="{7AF7E708-3EE1-48DB-8C5B-D15D15C4AF6F}" type="presOf" srcId="{10DCF8E2-672D-415C-9114-E177937A7F57}" destId="{4D769C9E-06EF-48F1-BFDC-940DDB5C981A}" srcOrd="0" destOrd="0" presId="urn:microsoft.com/office/officeart/2005/8/layout/chevron2"/>
    <dgm:cxn modelId="{3F14361E-5906-4D12-85E5-C00CE02917EC}" type="presOf" srcId="{D47E4B49-B040-4547-B813-1F4F7A0AFFCA}" destId="{A00187A9-C42C-4B2B-A2EA-78CC12814DC0}" srcOrd="0" destOrd="0" presId="urn:microsoft.com/office/officeart/2005/8/layout/chevron2"/>
    <dgm:cxn modelId="{AD467B21-3A5C-45E5-879C-D3478C1FF9D1}" srcId="{10DCF8E2-672D-415C-9114-E177937A7F57}" destId="{204555F0-447E-4E3B-A34D-5317B93C72EF}" srcOrd="0" destOrd="0" parTransId="{8D39E3E1-1839-4B4C-9F4A-4CD1612011A4}" sibTransId="{B7232EAE-7826-4B88-815B-CD334DE82C6D}"/>
    <dgm:cxn modelId="{56B06F39-5E70-4E8E-B4E8-C595BCBCCDC6}" srcId="{10DCF8E2-672D-415C-9114-E177937A7F57}" destId="{01B3C9FA-E690-4588-8931-9277F47F0317}" srcOrd="2" destOrd="0" parTransId="{B47206B6-E49E-4DBD-AB37-B51235B777D8}" sibTransId="{05FA6CDA-BDC5-47AA-B21F-EBCC3D4D71FE}"/>
    <dgm:cxn modelId="{13D4DF4A-DEDF-4A8A-8EC2-A414DC490CD9}" srcId="{D47E4B49-B040-4547-B813-1F4F7A0AFFCA}" destId="{E0AA635D-BEDA-4E5D-84DB-4EDF812E9CD9}" srcOrd="1" destOrd="0" parTransId="{1A7EC689-9B86-4D80-87C5-C84DE467DFA7}" sibTransId="{82FF263E-0660-48FA-B3CD-D481C6708989}"/>
    <dgm:cxn modelId="{F1AB464B-1CE8-42EA-BCB7-14B9DAA3126C}" type="presOf" srcId="{10E10987-69B9-40E7-8524-6877A7824C3F}" destId="{023D0DC7-70C7-4D17-9A2F-05C406862503}" srcOrd="0" destOrd="1" presId="urn:microsoft.com/office/officeart/2005/8/layout/chevron2"/>
    <dgm:cxn modelId="{31C7DF4C-1D10-4CCF-ACB3-45959889D1C7}" srcId="{01B3C9FA-E690-4588-8931-9277F47F0317}" destId="{48EF4068-90FD-4CEA-9FC6-15577E3495CF}" srcOrd="2" destOrd="0" parTransId="{BFFD1283-F4A4-4B29-B383-4DA6889EA7A1}" sibTransId="{B21DCF10-C6B1-40C0-91EC-C32BF7762C06}"/>
    <dgm:cxn modelId="{D364204D-5215-446B-9767-1DA1620F6793}" srcId="{204555F0-447E-4E3B-A34D-5317B93C72EF}" destId="{AEC98F55-578F-45F7-AAA7-1B0C35A46AD3}" srcOrd="0" destOrd="0" parTransId="{0CF8426B-EEEA-47BB-AF1F-CD94E4C2FB26}" sibTransId="{1CC98D1D-ACD4-4E57-99BD-A8F5EFB528D9}"/>
    <dgm:cxn modelId="{9F1D4472-DF8A-415B-AAB0-5B7A092F4F27}" type="presOf" srcId="{AEC98F55-578F-45F7-AAA7-1B0C35A46AD3}" destId="{7ABD83A0-6FA7-4D7C-AC30-5B165253E1AF}" srcOrd="0" destOrd="0" presId="urn:microsoft.com/office/officeart/2005/8/layout/chevron2"/>
    <dgm:cxn modelId="{DFFF0355-9516-4A4A-B652-D613E13D7673}" type="presOf" srcId="{4B6B3AE2-BD0A-48E2-BA0F-4FC00C3C0E79}" destId="{310DC265-0F72-4935-AEFA-371AA8CC7BAD}" srcOrd="0" destOrd="0" presId="urn:microsoft.com/office/officeart/2005/8/layout/chevron2"/>
    <dgm:cxn modelId="{B6060A79-5912-4062-8649-FCBA2B81B6FB}" type="presOf" srcId="{3A62B1E2-7186-43CB-AC2E-71D59935BBD8}" destId="{023D0DC7-70C7-4D17-9A2F-05C406862503}" srcOrd="0" destOrd="0" presId="urn:microsoft.com/office/officeart/2005/8/layout/chevron2"/>
    <dgm:cxn modelId="{1BF18D87-2072-4489-BC54-81E8D0D9D385}" type="presOf" srcId="{204555F0-447E-4E3B-A34D-5317B93C72EF}" destId="{0DD33488-F67B-4A6B-B10C-CA77E54CE23A}" srcOrd="0" destOrd="0" presId="urn:microsoft.com/office/officeart/2005/8/layout/chevron2"/>
    <dgm:cxn modelId="{4C5C1193-8D45-42F1-9A4B-A0FB42F6AE1A}" srcId="{204555F0-447E-4E3B-A34D-5317B93C72EF}" destId="{00656355-3C68-42CE-A122-5E9E30114FE8}" srcOrd="1" destOrd="0" parTransId="{07CE1B58-F8AB-4F55-9558-394937623FAE}" sibTransId="{D807F009-62DB-4811-8F74-7422D7CB6FEA}"/>
    <dgm:cxn modelId="{935FE09B-7D18-4756-A11C-67210458AE8B}" srcId="{10DCF8E2-672D-415C-9114-E177937A7F57}" destId="{D47E4B49-B040-4547-B813-1F4F7A0AFFCA}" srcOrd="1" destOrd="0" parTransId="{009AE830-4ACB-4CA0-84EA-8D413B9234AE}" sibTransId="{233019C2-7F73-419B-B1DB-27DA68FD35A6}"/>
    <dgm:cxn modelId="{763822AC-C97E-44BC-AFA5-116EEF0447C3}" type="presOf" srcId="{01B3C9FA-E690-4588-8931-9277F47F0317}" destId="{54B0BD8D-8E24-4324-A1FD-8C0CF4B0184E}" srcOrd="0" destOrd="0" presId="urn:microsoft.com/office/officeart/2005/8/layout/chevron2"/>
    <dgm:cxn modelId="{965F68CD-7C25-4DE9-A41C-334C86D52DFE}" type="presOf" srcId="{E0AA635D-BEDA-4E5D-84DB-4EDF812E9CD9}" destId="{310DC265-0F72-4935-AEFA-371AA8CC7BAD}" srcOrd="0" destOrd="1" presId="urn:microsoft.com/office/officeart/2005/8/layout/chevron2"/>
    <dgm:cxn modelId="{C6ACBFCE-E12E-4106-A6F4-0ACAEB4ED625}" srcId="{01B3C9FA-E690-4588-8931-9277F47F0317}" destId="{3A62B1E2-7186-43CB-AC2E-71D59935BBD8}" srcOrd="0" destOrd="0" parTransId="{1946612B-1107-447A-AF77-4E54EA58AAB8}" sibTransId="{69A425D2-285E-4251-985C-20612446E318}"/>
    <dgm:cxn modelId="{CD3E4FD5-3193-4999-99E4-B7AE73C90160}" srcId="{D47E4B49-B040-4547-B813-1F4F7A0AFFCA}" destId="{4B6B3AE2-BD0A-48E2-BA0F-4FC00C3C0E79}" srcOrd="0" destOrd="0" parTransId="{BC5A6C71-E077-4808-9F8D-7B5AD8B61C99}" sibTransId="{FD92A1BB-3D0B-4260-8908-82CC929B7433}"/>
    <dgm:cxn modelId="{BEA1D6DD-5CCE-4211-8DA5-3B07000027B6}" srcId="{01B3C9FA-E690-4588-8931-9277F47F0317}" destId="{10E10987-69B9-40E7-8524-6877A7824C3F}" srcOrd="1" destOrd="0" parTransId="{3734AD97-21DF-4E36-A01A-945EEBCAEBEA}" sibTransId="{0BBA7594-D108-46B2-91D7-8FCDF5720548}"/>
    <dgm:cxn modelId="{E0F6F1E4-6A09-45DB-9FCE-687C7A1B34BC}" type="presOf" srcId="{00656355-3C68-42CE-A122-5E9E30114FE8}" destId="{7ABD83A0-6FA7-4D7C-AC30-5B165253E1AF}" srcOrd="0" destOrd="1" presId="urn:microsoft.com/office/officeart/2005/8/layout/chevron2"/>
    <dgm:cxn modelId="{7194010F-99EF-4D88-9C31-0B7DF57DEE65}" type="presParOf" srcId="{4D769C9E-06EF-48F1-BFDC-940DDB5C981A}" destId="{57D7C95F-F0A6-4784-AC6C-582A44DDB46E}" srcOrd="0" destOrd="0" presId="urn:microsoft.com/office/officeart/2005/8/layout/chevron2"/>
    <dgm:cxn modelId="{0B597B4A-7CE6-4654-8779-04FA90E1DB54}" type="presParOf" srcId="{57D7C95F-F0A6-4784-AC6C-582A44DDB46E}" destId="{0DD33488-F67B-4A6B-B10C-CA77E54CE23A}" srcOrd="0" destOrd="0" presId="urn:microsoft.com/office/officeart/2005/8/layout/chevron2"/>
    <dgm:cxn modelId="{75825FA1-BB27-4C73-99C6-0E4E68A2E974}" type="presParOf" srcId="{57D7C95F-F0A6-4784-AC6C-582A44DDB46E}" destId="{7ABD83A0-6FA7-4D7C-AC30-5B165253E1AF}" srcOrd="1" destOrd="0" presId="urn:microsoft.com/office/officeart/2005/8/layout/chevron2"/>
    <dgm:cxn modelId="{1780FCEA-AE40-4289-97B7-1AEB1A5DE8F6}" type="presParOf" srcId="{4D769C9E-06EF-48F1-BFDC-940DDB5C981A}" destId="{AB849B19-75B4-4A8A-83C2-8C1AB5E930D9}" srcOrd="1" destOrd="0" presId="urn:microsoft.com/office/officeart/2005/8/layout/chevron2"/>
    <dgm:cxn modelId="{B5C01799-660D-4F30-B0F6-B48C8B9A5751}" type="presParOf" srcId="{4D769C9E-06EF-48F1-BFDC-940DDB5C981A}" destId="{5EDE6B77-551B-4447-9AEA-3B7A74F34527}" srcOrd="2" destOrd="0" presId="urn:microsoft.com/office/officeart/2005/8/layout/chevron2"/>
    <dgm:cxn modelId="{74AC7588-14DC-4B8B-B069-071536EBFFCF}" type="presParOf" srcId="{5EDE6B77-551B-4447-9AEA-3B7A74F34527}" destId="{A00187A9-C42C-4B2B-A2EA-78CC12814DC0}" srcOrd="0" destOrd="0" presId="urn:microsoft.com/office/officeart/2005/8/layout/chevron2"/>
    <dgm:cxn modelId="{7F91BB5F-77BA-43CA-8628-16F151D82B5D}" type="presParOf" srcId="{5EDE6B77-551B-4447-9AEA-3B7A74F34527}" destId="{310DC265-0F72-4935-AEFA-371AA8CC7BAD}" srcOrd="1" destOrd="0" presId="urn:microsoft.com/office/officeart/2005/8/layout/chevron2"/>
    <dgm:cxn modelId="{F5B16DE1-B44E-47C2-A761-6284061A7B8C}" type="presParOf" srcId="{4D769C9E-06EF-48F1-BFDC-940DDB5C981A}" destId="{D82BF376-9E52-47DA-BA26-AEFA0B843C4A}" srcOrd="3" destOrd="0" presId="urn:microsoft.com/office/officeart/2005/8/layout/chevron2"/>
    <dgm:cxn modelId="{7C507FED-01C4-4744-9EFA-20A66D335FC2}" type="presParOf" srcId="{4D769C9E-06EF-48F1-BFDC-940DDB5C981A}" destId="{37C7321B-2770-40F1-9AEA-FE2367EE1404}" srcOrd="4" destOrd="0" presId="urn:microsoft.com/office/officeart/2005/8/layout/chevron2"/>
    <dgm:cxn modelId="{2FE7C519-CAF1-4A9D-B426-19220F1914FE}" type="presParOf" srcId="{37C7321B-2770-40F1-9AEA-FE2367EE1404}" destId="{54B0BD8D-8E24-4324-A1FD-8C0CF4B0184E}" srcOrd="0" destOrd="0" presId="urn:microsoft.com/office/officeart/2005/8/layout/chevron2"/>
    <dgm:cxn modelId="{585C6BBF-BCC9-4E9D-9614-7149119648D8}" type="presParOf" srcId="{37C7321B-2770-40F1-9AEA-FE2367EE1404}" destId="{023D0DC7-70C7-4D17-9A2F-05C40686250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DA41565-1360-4CE2-8874-A1E403DECF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F284BE-1D81-4C01-A4B7-81231F44A83F}">
      <dgm:prSet custT="1"/>
      <dgm:spPr/>
      <dgm:t>
        <a:bodyPr/>
        <a:lstStyle/>
        <a:p>
          <a:pPr algn="ctr"/>
          <a:r>
            <a:rPr lang="en-GB" sz="4500" dirty="0"/>
            <a:t>5.Angular Project Structure</a:t>
          </a:r>
          <a:endParaRPr lang="en-IN" sz="4500" dirty="0"/>
        </a:p>
      </dgm:t>
    </dgm:pt>
    <dgm:pt modelId="{1F4BE33F-CA27-4B3F-9889-A64C8A595F50}" type="parTrans" cxnId="{E1EC3DE6-DF82-4B1E-BABE-1F4DD3C13E17}">
      <dgm:prSet/>
      <dgm:spPr/>
      <dgm:t>
        <a:bodyPr/>
        <a:lstStyle/>
        <a:p>
          <a:endParaRPr lang="en-IN"/>
        </a:p>
      </dgm:t>
    </dgm:pt>
    <dgm:pt modelId="{8EC71D4F-A3B5-4BA9-A72F-628B4F70942A}" type="sibTrans" cxnId="{E1EC3DE6-DF82-4B1E-BABE-1F4DD3C13E17}">
      <dgm:prSet/>
      <dgm:spPr/>
      <dgm:t>
        <a:bodyPr/>
        <a:lstStyle/>
        <a:p>
          <a:endParaRPr lang="en-IN"/>
        </a:p>
      </dgm:t>
    </dgm:pt>
    <dgm:pt modelId="{52A83608-B47C-49BE-896B-A29F84DD3BEF}" type="pres">
      <dgm:prSet presAssocID="{6DA41565-1360-4CE2-8874-A1E403DECFD2}" presName="linear" presStyleCnt="0">
        <dgm:presLayoutVars>
          <dgm:animLvl val="lvl"/>
          <dgm:resizeHandles val="exact"/>
        </dgm:presLayoutVars>
      </dgm:prSet>
      <dgm:spPr/>
    </dgm:pt>
    <dgm:pt modelId="{6D75D77B-DDFE-4A5A-A786-583EB4F8931B}" type="pres">
      <dgm:prSet presAssocID="{F1F284BE-1D81-4C01-A4B7-81231F44A83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42C1128-4C93-4796-85BF-BB07D197A45A}" type="presOf" srcId="{6DA41565-1360-4CE2-8874-A1E403DECFD2}" destId="{52A83608-B47C-49BE-896B-A29F84DD3BEF}" srcOrd="0" destOrd="0" presId="urn:microsoft.com/office/officeart/2005/8/layout/vList2"/>
    <dgm:cxn modelId="{3F23A59E-D3DB-4E1A-A7BF-CFFDA01E4D39}" type="presOf" srcId="{F1F284BE-1D81-4C01-A4B7-81231F44A83F}" destId="{6D75D77B-DDFE-4A5A-A786-583EB4F8931B}" srcOrd="0" destOrd="0" presId="urn:microsoft.com/office/officeart/2005/8/layout/vList2"/>
    <dgm:cxn modelId="{E1EC3DE6-DF82-4B1E-BABE-1F4DD3C13E17}" srcId="{6DA41565-1360-4CE2-8874-A1E403DECFD2}" destId="{F1F284BE-1D81-4C01-A4B7-81231F44A83F}" srcOrd="0" destOrd="0" parTransId="{1F4BE33F-CA27-4B3F-9889-A64C8A595F50}" sibTransId="{8EC71D4F-A3B5-4BA9-A72F-628B4F70942A}"/>
    <dgm:cxn modelId="{3230C75B-978F-43F3-8714-3DC2FA35D09F}" type="presParOf" srcId="{52A83608-B47C-49BE-896B-A29F84DD3BEF}" destId="{6D75D77B-DDFE-4A5A-A786-583EB4F8931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78D08D-36E7-41F8-81DB-BFEC528F14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9DA856-A9E7-42E4-AB67-E5D3A4DEE7F0}">
      <dgm:prSet custT="1"/>
      <dgm:spPr/>
      <dgm:t>
        <a:bodyPr/>
        <a:lstStyle/>
        <a:p>
          <a:pPr algn="ctr"/>
          <a:r>
            <a:rPr lang="en-US" sz="4500" b="1" baseline="0" dirty="0"/>
            <a:t>6. Basic Project Flow</a:t>
          </a:r>
          <a:endParaRPr lang="en-IN" sz="4500" dirty="0"/>
        </a:p>
      </dgm:t>
    </dgm:pt>
    <dgm:pt modelId="{FFDD4153-4D06-40A9-9373-CCACBE21AC44}" type="parTrans" cxnId="{E27EB2F6-1876-4D3A-A504-D748E95644F5}">
      <dgm:prSet/>
      <dgm:spPr/>
      <dgm:t>
        <a:bodyPr/>
        <a:lstStyle/>
        <a:p>
          <a:endParaRPr lang="en-IN"/>
        </a:p>
      </dgm:t>
    </dgm:pt>
    <dgm:pt modelId="{1E28AEF2-C3F1-4637-BEB9-56DB062B4346}" type="sibTrans" cxnId="{E27EB2F6-1876-4D3A-A504-D748E95644F5}">
      <dgm:prSet/>
      <dgm:spPr/>
      <dgm:t>
        <a:bodyPr/>
        <a:lstStyle/>
        <a:p>
          <a:endParaRPr lang="en-IN"/>
        </a:p>
      </dgm:t>
    </dgm:pt>
    <dgm:pt modelId="{789BB776-5A7A-472A-9993-B970FC70DDD7}" type="pres">
      <dgm:prSet presAssocID="{E278D08D-36E7-41F8-81DB-BFEC528F14D6}" presName="linear" presStyleCnt="0">
        <dgm:presLayoutVars>
          <dgm:animLvl val="lvl"/>
          <dgm:resizeHandles val="exact"/>
        </dgm:presLayoutVars>
      </dgm:prSet>
      <dgm:spPr/>
    </dgm:pt>
    <dgm:pt modelId="{31F251E8-E28C-4088-A39B-614DFAEB9212}" type="pres">
      <dgm:prSet presAssocID="{959DA856-A9E7-42E4-AB67-E5D3A4DEE7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806A66-C024-4386-B194-16AFBDFE06E6}" type="presOf" srcId="{959DA856-A9E7-42E4-AB67-E5D3A4DEE7F0}" destId="{31F251E8-E28C-4088-A39B-614DFAEB9212}" srcOrd="0" destOrd="0" presId="urn:microsoft.com/office/officeart/2005/8/layout/vList2"/>
    <dgm:cxn modelId="{54AE39CD-7BE1-4A94-819D-971827DEC7EF}" type="presOf" srcId="{E278D08D-36E7-41F8-81DB-BFEC528F14D6}" destId="{789BB776-5A7A-472A-9993-B970FC70DDD7}" srcOrd="0" destOrd="0" presId="urn:microsoft.com/office/officeart/2005/8/layout/vList2"/>
    <dgm:cxn modelId="{E27EB2F6-1876-4D3A-A504-D748E95644F5}" srcId="{E278D08D-36E7-41F8-81DB-BFEC528F14D6}" destId="{959DA856-A9E7-42E4-AB67-E5D3A4DEE7F0}" srcOrd="0" destOrd="0" parTransId="{FFDD4153-4D06-40A9-9373-CCACBE21AC44}" sibTransId="{1E28AEF2-C3F1-4637-BEB9-56DB062B4346}"/>
    <dgm:cxn modelId="{F2A1D705-66BE-4D0C-9361-86AB1811BAA2}" type="presParOf" srcId="{789BB776-5A7A-472A-9993-B970FC70DDD7}" destId="{31F251E8-E28C-4088-A39B-614DFAEB92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78D08D-36E7-41F8-81DB-BFEC528F14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9DA856-A9E7-42E4-AB67-E5D3A4DEE7F0}">
      <dgm:prSet/>
      <dgm:spPr/>
      <dgm:t>
        <a:bodyPr/>
        <a:lstStyle/>
        <a:p>
          <a:r>
            <a:rPr lang="en-US" b="1" baseline="0" dirty="0"/>
            <a:t>5. Interview Questions and Answers</a:t>
          </a:r>
          <a:endParaRPr lang="en-IN" dirty="0"/>
        </a:p>
      </dgm:t>
    </dgm:pt>
    <dgm:pt modelId="{FFDD4153-4D06-40A9-9373-CCACBE21AC44}" type="parTrans" cxnId="{E27EB2F6-1876-4D3A-A504-D748E95644F5}">
      <dgm:prSet/>
      <dgm:spPr/>
      <dgm:t>
        <a:bodyPr/>
        <a:lstStyle/>
        <a:p>
          <a:endParaRPr lang="en-IN"/>
        </a:p>
      </dgm:t>
    </dgm:pt>
    <dgm:pt modelId="{1E28AEF2-C3F1-4637-BEB9-56DB062B4346}" type="sibTrans" cxnId="{E27EB2F6-1876-4D3A-A504-D748E95644F5}">
      <dgm:prSet/>
      <dgm:spPr/>
      <dgm:t>
        <a:bodyPr/>
        <a:lstStyle/>
        <a:p>
          <a:endParaRPr lang="en-IN"/>
        </a:p>
      </dgm:t>
    </dgm:pt>
    <dgm:pt modelId="{789BB776-5A7A-472A-9993-B970FC70DDD7}" type="pres">
      <dgm:prSet presAssocID="{E278D08D-36E7-41F8-81DB-BFEC528F14D6}" presName="linear" presStyleCnt="0">
        <dgm:presLayoutVars>
          <dgm:animLvl val="lvl"/>
          <dgm:resizeHandles val="exact"/>
        </dgm:presLayoutVars>
      </dgm:prSet>
      <dgm:spPr/>
    </dgm:pt>
    <dgm:pt modelId="{31F251E8-E28C-4088-A39B-614DFAEB9212}" type="pres">
      <dgm:prSet presAssocID="{959DA856-A9E7-42E4-AB67-E5D3A4DEE7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806A66-C024-4386-B194-16AFBDFE06E6}" type="presOf" srcId="{959DA856-A9E7-42E4-AB67-E5D3A4DEE7F0}" destId="{31F251E8-E28C-4088-A39B-614DFAEB9212}" srcOrd="0" destOrd="0" presId="urn:microsoft.com/office/officeart/2005/8/layout/vList2"/>
    <dgm:cxn modelId="{54AE39CD-7BE1-4A94-819D-971827DEC7EF}" type="presOf" srcId="{E278D08D-36E7-41F8-81DB-BFEC528F14D6}" destId="{789BB776-5A7A-472A-9993-B970FC70DDD7}" srcOrd="0" destOrd="0" presId="urn:microsoft.com/office/officeart/2005/8/layout/vList2"/>
    <dgm:cxn modelId="{E27EB2F6-1876-4D3A-A504-D748E95644F5}" srcId="{E278D08D-36E7-41F8-81DB-BFEC528F14D6}" destId="{959DA856-A9E7-42E4-AB67-E5D3A4DEE7F0}" srcOrd="0" destOrd="0" parTransId="{FFDD4153-4D06-40A9-9373-CCACBE21AC44}" sibTransId="{1E28AEF2-C3F1-4637-BEB9-56DB062B4346}"/>
    <dgm:cxn modelId="{F2A1D705-66BE-4D0C-9361-86AB1811BAA2}" type="presParOf" srcId="{789BB776-5A7A-472A-9993-B970FC70DDD7}" destId="{31F251E8-E28C-4088-A39B-614DFAEB92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8D9A600-6D8F-4AEC-A20E-30A6E330E7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65F53E6-8F00-47BA-8690-AF753BF89918}">
      <dgm:prSet/>
      <dgm:spPr/>
      <dgm:t>
        <a:bodyPr/>
        <a:lstStyle/>
        <a:p>
          <a:r>
            <a:rPr lang="en-IN" baseline="0"/>
            <a:t>Interview Questions and Answers</a:t>
          </a:r>
          <a:endParaRPr lang="en-IN"/>
        </a:p>
      </dgm:t>
    </dgm:pt>
    <dgm:pt modelId="{5DF6452F-D0F7-4C25-A587-A4FDB6388AE1}" type="parTrans" cxnId="{879157F9-4A95-4D27-A1E9-574485BC3CE1}">
      <dgm:prSet/>
      <dgm:spPr/>
      <dgm:t>
        <a:bodyPr/>
        <a:lstStyle/>
        <a:p>
          <a:endParaRPr lang="en-IN"/>
        </a:p>
      </dgm:t>
    </dgm:pt>
    <dgm:pt modelId="{D1659D25-D4C7-4CD1-A16B-EE371FC0E145}" type="sibTrans" cxnId="{879157F9-4A95-4D27-A1E9-574485BC3CE1}">
      <dgm:prSet/>
      <dgm:spPr/>
      <dgm:t>
        <a:bodyPr/>
        <a:lstStyle/>
        <a:p>
          <a:endParaRPr lang="en-IN"/>
        </a:p>
      </dgm:t>
    </dgm:pt>
    <dgm:pt modelId="{588C1D83-FFF3-4928-B4DE-D489364D84B8}" type="pres">
      <dgm:prSet presAssocID="{18D9A600-6D8F-4AEC-A20E-30A6E330E758}" presName="linear" presStyleCnt="0">
        <dgm:presLayoutVars>
          <dgm:animLvl val="lvl"/>
          <dgm:resizeHandles val="exact"/>
        </dgm:presLayoutVars>
      </dgm:prSet>
      <dgm:spPr/>
    </dgm:pt>
    <dgm:pt modelId="{9861E45E-AFAC-4A07-B5EA-ABFC7F27B083}" type="pres">
      <dgm:prSet presAssocID="{765F53E6-8F00-47BA-8690-AF753BF8991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EF0B1C-C14D-4672-9909-F9A34268F2BD}" type="presOf" srcId="{18D9A600-6D8F-4AEC-A20E-30A6E330E758}" destId="{588C1D83-FFF3-4928-B4DE-D489364D84B8}" srcOrd="0" destOrd="0" presId="urn:microsoft.com/office/officeart/2005/8/layout/vList2"/>
    <dgm:cxn modelId="{F88EDC2D-C49D-4C5D-A278-231458FE2C70}" type="presOf" srcId="{765F53E6-8F00-47BA-8690-AF753BF89918}" destId="{9861E45E-AFAC-4A07-B5EA-ABFC7F27B083}" srcOrd="0" destOrd="0" presId="urn:microsoft.com/office/officeart/2005/8/layout/vList2"/>
    <dgm:cxn modelId="{879157F9-4A95-4D27-A1E9-574485BC3CE1}" srcId="{18D9A600-6D8F-4AEC-A20E-30A6E330E758}" destId="{765F53E6-8F00-47BA-8690-AF753BF89918}" srcOrd="0" destOrd="0" parTransId="{5DF6452F-D0F7-4C25-A587-A4FDB6388AE1}" sibTransId="{D1659D25-D4C7-4CD1-A16B-EE371FC0E145}"/>
    <dgm:cxn modelId="{AF8F9D50-AA1C-4498-A68C-488671C8AC4B}" type="presParOf" srcId="{588C1D83-FFF3-4928-B4DE-D489364D84B8}" destId="{9861E45E-AFAC-4A07-B5EA-ABFC7F27B08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8D9A600-6D8F-4AEC-A20E-30A6E330E7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5F53E6-8F00-47BA-8690-AF753BF89918}">
      <dgm:prSet custT="1"/>
      <dgm:spPr/>
      <dgm:t>
        <a:bodyPr/>
        <a:lstStyle/>
        <a:p>
          <a:pPr algn="ctr"/>
          <a:r>
            <a:rPr lang="en-IN" sz="4500" baseline="0" dirty="0"/>
            <a:t>6.Task </a:t>
          </a:r>
          <a:endParaRPr lang="en-IN" sz="4500" dirty="0"/>
        </a:p>
      </dgm:t>
    </dgm:pt>
    <dgm:pt modelId="{5DF6452F-D0F7-4C25-A587-A4FDB6388AE1}" type="parTrans" cxnId="{879157F9-4A95-4D27-A1E9-574485BC3CE1}">
      <dgm:prSet/>
      <dgm:spPr/>
      <dgm:t>
        <a:bodyPr/>
        <a:lstStyle/>
        <a:p>
          <a:endParaRPr lang="en-IN"/>
        </a:p>
      </dgm:t>
    </dgm:pt>
    <dgm:pt modelId="{D1659D25-D4C7-4CD1-A16B-EE371FC0E145}" type="sibTrans" cxnId="{879157F9-4A95-4D27-A1E9-574485BC3CE1}">
      <dgm:prSet/>
      <dgm:spPr/>
      <dgm:t>
        <a:bodyPr/>
        <a:lstStyle/>
        <a:p>
          <a:endParaRPr lang="en-IN"/>
        </a:p>
      </dgm:t>
    </dgm:pt>
    <dgm:pt modelId="{588C1D83-FFF3-4928-B4DE-D489364D84B8}" type="pres">
      <dgm:prSet presAssocID="{18D9A600-6D8F-4AEC-A20E-30A6E330E758}" presName="linear" presStyleCnt="0">
        <dgm:presLayoutVars>
          <dgm:animLvl val="lvl"/>
          <dgm:resizeHandles val="exact"/>
        </dgm:presLayoutVars>
      </dgm:prSet>
      <dgm:spPr/>
    </dgm:pt>
    <dgm:pt modelId="{9861E45E-AFAC-4A07-B5EA-ABFC7F27B083}" type="pres">
      <dgm:prSet presAssocID="{765F53E6-8F00-47BA-8690-AF753BF8991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EF0B1C-C14D-4672-9909-F9A34268F2BD}" type="presOf" srcId="{18D9A600-6D8F-4AEC-A20E-30A6E330E758}" destId="{588C1D83-FFF3-4928-B4DE-D489364D84B8}" srcOrd="0" destOrd="0" presId="urn:microsoft.com/office/officeart/2005/8/layout/vList2"/>
    <dgm:cxn modelId="{F88EDC2D-C49D-4C5D-A278-231458FE2C70}" type="presOf" srcId="{765F53E6-8F00-47BA-8690-AF753BF89918}" destId="{9861E45E-AFAC-4A07-B5EA-ABFC7F27B083}" srcOrd="0" destOrd="0" presId="urn:microsoft.com/office/officeart/2005/8/layout/vList2"/>
    <dgm:cxn modelId="{879157F9-4A95-4D27-A1E9-574485BC3CE1}" srcId="{18D9A600-6D8F-4AEC-A20E-30A6E330E758}" destId="{765F53E6-8F00-47BA-8690-AF753BF89918}" srcOrd="0" destOrd="0" parTransId="{5DF6452F-D0F7-4C25-A587-A4FDB6388AE1}" sibTransId="{D1659D25-D4C7-4CD1-A16B-EE371FC0E145}"/>
    <dgm:cxn modelId="{AF8F9D50-AA1C-4498-A68C-488671C8AC4B}" type="presParOf" srcId="{588C1D83-FFF3-4928-B4DE-D489364D84B8}" destId="{9861E45E-AFAC-4A07-B5EA-ABFC7F27B08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182DB-902D-46B6-B439-A6B20F0E8B01}">
      <dsp:nvSpPr>
        <dsp:cNvPr id="0" name=""/>
        <dsp:cNvSpPr/>
      </dsp:nvSpPr>
      <dsp:spPr>
        <a:xfrm>
          <a:off x="0" y="2664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baseline="0" dirty="0"/>
            <a:t>1.What is Angular?</a:t>
          </a:r>
          <a:endParaRPr lang="en-IN" sz="4000" kern="1200" dirty="0"/>
        </a:p>
      </dsp:txBody>
      <dsp:txXfrm>
        <a:off x="59399" y="86042"/>
        <a:ext cx="9939601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 dirty="0"/>
            <a:t>2.Angular Features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 dirty="0"/>
            <a:t>2.Angular Features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 dirty="0"/>
            <a:t>2.Angular Features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7EE95-FCA8-4142-B0CA-3DD01E92685C}">
      <dsp:nvSpPr>
        <dsp:cNvPr id="0" name=""/>
        <dsp:cNvSpPr/>
      </dsp:nvSpPr>
      <dsp:spPr>
        <a:xfrm>
          <a:off x="0" y="0"/>
          <a:ext cx="10058399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baseline="0" dirty="0"/>
            <a:t>3.Angular Feature Summary</a:t>
          </a:r>
          <a:endParaRPr lang="en-IN" sz="5300" kern="1200" dirty="0"/>
        </a:p>
      </dsp:txBody>
      <dsp:txXfrm>
        <a:off x="62055" y="62055"/>
        <a:ext cx="9934289" cy="11470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1D959-A017-4751-8F6E-14F8A46E6CD3}">
      <dsp:nvSpPr>
        <dsp:cNvPr id="0" name=""/>
        <dsp:cNvSpPr/>
      </dsp:nvSpPr>
      <dsp:spPr>
        <a:xfrm>
          <a:off x="0" y="4048"/>
          <a:ext cx="9939914" cy="1199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 baseline="0" dirty="0"/>
            <a:t>4.</a:t>
          </a:r>
          <a:r>
            <a:rPr lang="en-IN" sz="5000" b="1" kern="1200" baseline="0" dirty="0"/>
            <a:t> Angular Setup</a:t>
          </a:r>
          <a:endParaRPr lang="en-IN" sz="5000" kern="1200" dirty="0"/>
        </a:p>
      </dsp:txBody>
      <dsp:txXfrm>
        <a:off x="58543" y="62591"/>
        <a:ext cx="9822828" cy="10821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33488-F67B-4A6B-B10C-CA77E54CE23A}">
      <dsp:nvSpPr>
        <dsp:cNvPr id="0" name=""/>
        <dsp:cNvSpPr/>
      </dsp:nvSpPr>
      <dsp:spPr>
        <a:xfrm rot="5400000">
          <a:off x="-220715" y="221154"/>
          <a:ext cx="1471433" cy="1030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Step 1</a:t>
          </a:r>
          <a:endParaRPr lang="en-IN" sz="2800" kern="1200" dirty="0"/>
        </a:p>
      </dsp:txBody>
      <dsp:txXfrm rot="-5400000">
        <a:off x="1" y="515441"/>
        <a:ext cx="1030003" cy="441430"/>
      </dsp:txXfrm>
    </dsp:sp>
    <dsp:sp modelId="{7ABD83A0-6FA7-4D7C-AC30-5B165253E1AF}">
      <dsp:nvSpPr>
        <dsp:cNvPr id="0" name=""/>
        <dsp:cNvSpPr/>
      </dsp:nvSpPr>
      <dsp:spPr>
        <a:xfrm rot="5400000">
          <a:off x="5065985" y="-4035542"/>
          <a:ext cx="956432" cy="90283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 Install Angular CLI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 </a:t>
          </a:r>
          <a:r>
            <a:rPr lang="en-IN" sz="1800" b="1" kern="1200" dirty="0" err="1"/>
            <a:t>npm</a:t>
          </a:r>
          <a:r>
            <a:rPr lang="en-IN" sz="1800" b="1" kern="1200" dirty="0"/>
            <a:t> install -g @angular/cli</a:t>
          </a:r>
        </a:p>
      </dsp:txBody>
      <dsp:txXfrm rot="-5400000">
        <a:off x="1030004" y="47128"/>
        <a:ext cx="8981707" cy="863054"/>
      </dsp:txXfrm>
    </dsp:sp>
    <dsp:sp modelId="{A00187A9-C42C-4B2B-A2EA-78CC12814DC0}">
      <dsp:nvSpPr>
        <dsp:cNvPr id="0" name=""/>
        <dsp:cNvSpPr/>
      </dsp:nvSpPr>
      <dsp:spPr>
        <a:xfrm rot="5400000">
          <a:off x="-220715" y="1496678"/>
          <a:ext cx="1471433" cy="1030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Step 2</a:t>
          </a:r>
          <a:endParaRPr lang="en-IN" sz="2800" kern="1200" dirty="0"/>
        </a:p>
      </dsp:txBody>
      <dsp:txXfrm rot="-5400000">
        <a:off x="1" y="1790965"/>
        <a:ext cx="1030003" cy="441430"/>
      </dsp:txXfrm>
    </dsp:sp>
    <dsp:sp modelId="{310DC265-0F72-4935-AEFA-371AA8CC7BAD}">
      <dsp:nvSpPr>
        <dsp:cNvPr id="0" name=""/>
        <dsp:cNvSpPr/>
      </dsp:nvSpPr>
      <dsp:spPr>
        <a:xfrm rot="5400000">
          <a:off x="5065985" y="-2760019"/>
          <a:ext cx="956432" cy="90283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Create a New Angular Project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ng new app-name  </a:t>
          </a:r>
          <a:r>
            <a:rPr lang="en-IN" sz="1800" kern="1200" dirty="0"/>
            <a:t>(</a:t>
          </a:r>
          <a:r>
            <a:rPr lang="en-GB" sz="1800" kern="1200" dirty="0"/>
            <a:t>Choose CSS and select No for server-side rendering</a:t>
          </a:r>
          <a:r>
            <a:rPr lang="en-IN" sz="1800" kern="1200" dirty="0"/>
            <a:t>when prompted)</a:t>
          </a:r>
        </a:p>
      </dsp:txBody>
      <dsp:txXfrm rot="-5400000">
        <a:off x="1030004" y="1322651"/>
        <a:ext cx="8981707" cy="863054"/>
      </dsp:txXfrm>
    </dsp:sp>
    <dsp:sp modelId="{54B0BD8D-8E24-4324-A1FD-8C0CF4B0184E}">
      <dsp:nvSpPr>
        <dsp:cNvPr id="0" name=""/>
        <dsp:cNvSpPr/>
      </dsp:nvSpPr>
      <dsp:spPr>
        <a:xfrm rot="5400000">
          <a:off x="-220715" y="2772201"/>
          <a:ext cx="1471433" cy="1030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Step 3</a:t>
          </a:r>
          <a:endParaRPr lang="en-IN" sz="2800" kern="1200" dirty="0"/>
        </a:p>
      </dsp:txBody>
      <dsp:txXfrm rot="-5400000">
        <a:off x="1" y="3066488"/>
        <a:ext cx="1030003" cy="441430"/>
      </dsp:txXfrm>
    </dsp:sp>
    <dsp:sp modelId="{023D0DC7-70C7-4D17-9A2F-05C406862503}">
      <dsp:nvSpPr>
        <dsp:cNvPr id="0" name=""/>
        <dsp:cNvSpPr/>
      </dsp:nvSpPr>
      <dsp:spPr>
        <a:xfrm rot="5400000">
          <a:off x="5065985" y="-1484495"/>
          <a:ext cx="956432" cy="90283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Run the Project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cd app-name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ng serve  </a:t>
          </a:r>
          <a:r>
            <a:rPr lang="en-IN" sz="1800" kern="1200" dirty="0"/>
            <a:t>(</a:t>
          </a:r>
          <a:r>
            <a:rPr lang="en-GB" sz="1800" kern="1200" dirty="0"/>
            <a:t>The application will run at: </a:t>
          </a:r>
          <a:r>
            <a:rPr lang="en-GB" sz="1800" kern="1200" dirty="0">
              <a:hlinkClick xmlns:r="http://schemas.openxmlformats.org/officeDocument/2006/relationships" r:id="rId1"/>
            </a:rPr>
            <a:t>http://localhost:4200/</a:t>
          </a:r>
          <a:r>
            <a:rPr lang="en-GB" sz="1800" kern="1200" dirty="0"/>
            <a:t> )</a:t>
          </a:r>
          <a:endParaRPr lang="en-IN" sz="1800" kern="1200" dirty="0"/>
        </a:p>
      </dsp:txBody>
      <dsp:txXfrm rot="-5400000">
        <a:off x="1030004" y="2598175"/>
        <a:ext cx="8981707" cy="8630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5D77B-DDFE-4A5A-A786-583EB4F8931B}">
      <dsp:nvSpPr>
        <dsp:cNvPr id="0" name=""/>
        <dsp:cNvSpPr/>
      </dsp:nvSpPr>
      <dsp:spPr>
        <a:xfrm>
          <a:off x="0" y="116978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5.Angular Project Structure</a:t>
          </a:r>
          <a:endParaRPr lang="en-IN" sz="4500" kern="1200" dirty="0"/>
        </a:p>
      </dsp:txBody>
      <dsp:txXfrm>
        <a:off x="59399" y="176377"/>
        <a:ext cx="9939601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251E8-E28C-4088-A39B-614DFAEB9212}">
      <dsp:nvSpPr>
        <dsp:cNvPr id="0" name=""/>
        <dsp:cNvSpPr/>
      </dsp:nvSpPr>
      <dsp:spPr>
        <a:xfrm>
          <a:off x="0" y="116978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baseline="0" dirty="0"/>
            <a:t>6. Basic Project Flow</a:t>
          </a:r>
          <a:endParaRPr lang="en-IN" sz="4500" kern="1200" dirty="0"/>
        </a:p>
      </dsp:txBody>
      <dsp:txXfrm>
        <a:off x="59399" y="176377"/>
        <a:ext cx="9939601" cy="10980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251E8-E28C-4088-A39B-614DFAEB9212}">
      <dsp:nvSpPr>
        <dsp:cNvPr id="0" name=""/>
        <dsp:cNvSpPr/>
      </dsp:nvSpPr>
      <dsp:spPr>
        <a:xfrm>
          <a:off x="0" y="125753"/>
          <a:ext cx="10058399" cy="1199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 baseline="0" dirty="0"/>
            <a:t>5. Interview Questions and Answers</a:t>
          </a:r>
          <a:endParaRPr lang="en-IN" sz="5000" kern="1200" dirty="0"/>
        </a:p>
      </dsp:txBody>
      <dsp:txXfrm>
        <a:off x="58543" y="184296"/>
        <a:ext cx="9941313" cy="10821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E45E-AFAC-4A07-B5EA-ABFC7F27B083}">
      <dsp:nvSpPr>
        <dsp:cNvPr id="0" name=""/>
        <dsp:cNvSpPr/>
      </dsp:nvSpPr>
      <dsp:spPr>
        <a:xfrm>
          <a:off x="0" y="77783"/>
          <a:ext cx="10058399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baseline="0"/>
            <a:t>Interview Questions and Answers</a:t>
          </a:r>
          <a:endParaRPr lang="en-IN" sz="5400" kern="1200"/>
        </a:p>
      </dsp:txBody>
      <dsp:txXfrm>
        <a:off x="63226" y="141009"/>
        <a:ext cx="9931947" cy="116873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E45E-AFAC-4A07-B5EA-ABFC7F27B083}">
      <dsp:nvSpPr>
        <dsp:cNvPr id="0" name=""/>
        <dsp:cNvSpPr/>
      </dsp:nvSpPr>
      <dsp:spPr>
        <a:xfrm>
          <a:off x="0" y="116978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baseline="0" dirty="0"/>
            <a:t>6.Task </a:t>
          </a:r>
          <a:endParaRPr lang="en-IN" sz="4500" kern="1200" dirty="0"/>
        </a:p>
      </dsp:txBody>
      <dsp:txXfrm>
        <a:off x="59399" y="176377"/>
        <a:ext cx="9939601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0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7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35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0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9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9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7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95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79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4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A296859-9AE5-C8D7-8ECA-7AE5F2032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5840458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5D99F-D583-7164-4D2B-E8A7F2FB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3404"/>
            <a:ext cx="5125567" cy="4023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• Angular is a </a:t>
            </a:r>
            <a:r>
              <a:rPr lang="en-GB" b="1" dirty="0"/>
              <a:t>TypeScript-based, open-source</a:t>
            </a:r>
          </a:p>
          <a:p>
            <a:pPr>
              <a:lnSpc>
                <a:spcPct val="100000"/>
              </a:lnSpc>
            </a:pPr>
            <a:r>
              <a:rPr lang="en-GB" dirty="0"/>
              <a:t>frontend framework.</a:t>
            </a:r>
          </a:p>
          <a:p>
            <a:pPr>
              <a:lnSpc>
                <a:spcPct val="100000"/>
              </a:lnSpc>
            </a:pPr>
            <a:r>
              <a:rPr lang="en-GB" dirty="0"/>
              <a:t>• Developed and maintained by </a:t>
            </a:r>
            <a:r>
              <a:rPr lang="en-GB" b="1" dirty="0"/>
              <a:t>Google.</a:t>
            </a:r>
          </a:p>
          <a:p>
            <a:pPr>
              <a:lnSpc>
                <a:spcPct val="100000"/>
              </a:lnSpc>
            </a:pPr>
            <a:r>
              <a:rPr lang="en-GB" dirty="0"/>
              <a:t>• Used to build </a:t>
            </a:r>
            <a:r>
              <a:rPr lang="en-GB" b="1" dirty="0"/>
              <a:t>Single-Page Applications </a:t>
            </a:r>
            <a:r>
              <a:rPr lang="en-GB" dirty="0"/>
              <a:t>(SPAs).</a:t>
            </a:r>
          </a:p>
          <a:p>
            <a:pPr>
              <a:lnSpc>
                <a:spcPct val="100000"/>
              </a:lnSpc>
            </a:pPr>
            <a:r>
              <a:rPr lang="en-GB" dirty="0"/>
              <a:t>• Follows a </a:t>
            </a:r>
            <a:r>
              <a:rPr lang="en-GB" b="1" dirty="0"/>
              <a:t>component-based</a:t>
            </a:r>
            <a:r>
              <a:rPr lang="en-GB" dirty="0"/>
              <a:t> architecture.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5782C-FDFC-16BD-F575-AFD7DF0B20F9}"/>
              </a:ext>
            </a:extLst>
          </p:cNvPr>
          <p:cNvSpPr txBox="1"/>
          <p:nvPr/>
        </p:nvSpPr>
        <p:spPr>
          <a:xfrm>
            <a:off x="6680718" y="1690062"/>
            <a:ext cx="4208106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    Includes powerful features like: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o </a:t>
            </a:r>
            <a:r>
              <a:rPr lang="en-GB" sz="2000" b="1" dirty="0"/>
              <a:t>Two-way </a:t>
            </a:r>
            <a:r>
              <a:rPr lang="en-GB" sz="2000" dirty="0"/>
              <a:t>data binding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o Dependency Injection (DI)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o </a:t>
            </a:r>
            <a:r>
              <a:rPr lang="en-GB" sz="2000" b="1" dirty="0" err="1"/>
              <a:t>RxJS</a:t>
            </a:r>
            <a:r>
              <a:rPr lang="en-GB" sz="2000" b="1" dirty="0"/>
              <a:t> </a:t>
            </a:r>
            <a:r>
              <a:rPr lang="en-GB" sz="2000" dirty="0"/>
              <a:t>reactive programming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• Initial Version (AngularJS) released in </a:t>
            </a:r>
            <a:r>
              <a:rPr lang="en-GB" sz="2000" b="1" dirty="0"/>
              <a:t>2010.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• Modern </a:t>
            </a:r>
            <a:r>
              <a:rPr lang="en-GB" sz="2000" b="1" dirty="0"/>
              <a:t>Angular (2+) </a:t>
            </a:r>
            <a:r>
              <a:rPr lang="en-GB" sz="2000" dirty="0"/>
              <a:t>rewritten and released in </a:t>
            </a:r>
            <a:r>
              <a:rPr lang="en-GB" sz="2000" b="1" dirty="0"/>
              <a:t>2016.</a:t>
            </a:r>
            <a:endParaRPr lang="en-US" sz="2000" b="1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322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1098F-1925-AFA0-5693-71C4584B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816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1900" b="1" dirty="0">
                <a:solidFill>
                  <a:schemeClr val="tx1"/>
                </a:solidFill>
              </a:rPr>
              <a:t>1. Component-Based Architecture</a:t>
            </a:r>
          </a:p>
          <a:p>
            <a:r>
              <a:rPr lang="en-GB" sz="1900" dirty="0">
                <a:solidFill>
                  <a:schemeClr val="tx1"/>
                </a:solidFill>
              </a:rPr>
              <a:t>Angular applications are built using independent,</a:t>
            </a:r>
          </a:p>
          <a:p>
            <a:r>
              <a:rPr lang="en-GB" sz="1900" dirty="0">
                <a:solidFill>
                  <a:schemeClr val="tx1"/>
                </a:solidFill>
              </a:rPr>
              <a:t>reusable components that manage their own logic,</a:t>
            </a:r>
          </a:p>
          <a:p>
            <a:r>
              <a:rPr lang="en-GB" sz="1900" dirty="0">
                <a:solidFill>
                  <a:schemeClr val="tx1"/>
                </a:solidFill>
              </a:rPr>
              <a:t>template, and style.</a:t>
            </a:r>
          </a:p>
          <a:p>
            <a:endParaRPr lang="en-GB" sz="1900" b="1" dirty="0">
              <a:solidFill>
                <a:schemeClr val="tx1"/>
              </a:solidFill>
            </a:endParaRPr>
          </a:p>
          <a:p>
            <a:r>
              <a:rPr lang="en-GB" sz="1900" b="1" dirty="0">
                <a:solidFill>
                  <a:schemeClr val="tx1"/>
                </a:solidFill>
              </a:rPr>
              <a:t>2. Two-Way Data Binding</a:t>
            </a:r>
          </a:p>
          <a:p>
            <a:r>
              <a:rPr lang="en-GB" sz="1900" dirty="0">
                <a:solidFill>
                  <a:schemeClr val="tx1"/>
                </a:solidFill>
              </a:rPr>
              <a:t>Keeps the model and view in sync automatically</a:t>
            </a:r>
          </a:p>
          <a:p>
            <a:r>
              <a:rPr lang="en-GB" sz="1900" dirty="0">
                <a:solidFill>
                  <a:schemeClr val="tx1"/>
                </a:solidFill>
              </a:rPr>
              <a:t>without manually handling DOM events.</a:t>
            </a:r>
          </a:p>
          <a:p>
            <a:endParaRPr lang="en-GB" sz="1900" b="1" dirty="0">
              <a:solidFill>
                <a:schemeClr val="tx1"/>
              </a:solidFill>
            </a:endParaRPr>
          </a:p>
          <a:p>
            <a:r>
              <a:rPr lang="en-GB" sz="1900" b="1" dirty="0">
                <a:solidFill>
                  <a:schemeClr val="tx1"/>
                </a:solidFill>
              </a:rPr>
              <a:t>3. Dependency Injection (DI)</a:t>
            </a:r>
          </a:p>
          <a:p>
            <a:r>
              <a:rPr lang="en-GB" sz="1900" dirty="0">
                <a:solidFill>
                  <a:schemeClr val="tx1"/>
                </a:solidFill>
              </a:rPr>
              <a:t>Angular injects services efficiently into components for</a:t>
            </a:r>
          </a:p>
          <a:p>
            <a:r>
              <a:rPr lang="en-GB" sz="1900" dirty="0">
                <a:solidFill>
                  <a:schemeClr val="tx1"/>
                </a:solidFill>
              </a:rPr>
              <a:t>better modularity and testability.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E277132-A883-5784-8F4F-5332E81BE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499612"/>
              </p:ext>
            </p:extLst>
          </p:nvPr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Exploring Angular's Component-Based Architecture | by Ausaf Ahmad | Medium">
            <a:extLst>
              <a:ext uri="{FF2B5EF4-FFF2-40B4-BE49-F238E27FC236}">
                <a16:creationId xmlns:a16="http://schemas.microsoft.com/office/drawing/2014/main" id="{50E126CA-9752-56FE-558F-0ECA8A9B9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086" y="1718843"/>
            <a:ext cx="4440594" cy="444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01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070F-0564-DEFB-9C58-14369904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BC92-B4B7-8311-660B-8394A4D29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81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900" b="1" dirty="0">
                <a:solidFill>
                  <a:schemeClr val="tx1"/>
                </a:solidFill>
              </a:rPr>
              <a:t>4. Directives</a:t>
            </a:r>
          </a:p>
          <a:p>
            <a:r>
              <a:rPr lang="en-GB" sz="1900" dirty="0">
                <a:solidFill>
                  <a:schemeClr val="tx1"/>
                </a:solidFill>
              </a:rPr>
              <a:t>Directives like *</a:t>
            </a:r>
            <a:r>
              <a:rPr lang="en-GB" sz="1900" dirty="0" err="1">
                <a:solidFill>
                  <a:schemeClr val="tx1"/>
                </a:solidFill>
              </a:rPr>
              <a:t>ngIf</a:t>
            </a:r>
            <a:r>
              <a:rPr lang="en-GB" sz="1900" dirty="0">
                <a:solidFill>
                  <a:schemeClr val="tx1"/>
                </a:solidFill>
              </a:rPr>
              <a:t>, *</a:t>
            </a:r>
            <a:r>
              <a:rPr lang="en-GB" sz="1900" dirty="0" err="1">
                <a:solidFill>
                  <a:schemeClr val="tx1"/>
                </a:solidFill>
              </a:rPr>
              <a:t>ngFor</a:t>
            </a:r>
            <a:r>
              <a:rPr lang="en-GB" sz="1900" dirty="0">
                <a:solidFill>
                  <a:schemeClr val="tx1"/>
                </a:solidFill>
              </a:rPr>
              <a:t>, and </a:t>
            </a:r>
            <a:r>
              <a:rPr lang="en-GB" sz="1900" dirty="0" err="1">
                <a:solidFill>
                  <a:schemeClr val="tx1"/>
                </a:solidFill>
              </a:rPr>
              <a:t>ngClass</a:t>
            </a:r>
            <a:r>
              <a:rPr lang="en-GB" sz="1900" dirty="0">
                <a:solidFill>
                  <a:schemeClr val="tx1"/>
                </a:solidFill>
              </a:rPr>
              <a:t> add dynamic</a:t>
            </a:r>
          </a:p>
          <a:p>
            <a:r>
              <a:rPr lang="en-GB" sz="1900" dirty="0">
                <a:solidFill>
                  <a:schemeClr val="tx1"/>
                </a:solidFill>
              </a:rPr>
              <a:t>functionality to templates.</a:t>
            </a:r>
          </a:p>
          <a:p>
            <a:endParaRPr lang="en-GB" sz="1900" b="1" dirty="0">
              <a:solidFill>
                <a:schemeClr val="tx1"/>
              </a:solidFill>
            </a:endParaRPr>
          </a:p>
          <a:p>
            <a:r>
              <a:rPr lang="en-GB" sz="1900" b="1" dirty="0">
                <a:solidFill>
                  <a:schemeClr val="tx1"/>
                </a:solidFill>
              </a:rPr>
              <a:t>5. Angular Routing</a:t>
            </a:r>
          </a:p>
          <a:p>
            <a:r>
              <a:rPr lang="en-GB" sz="1900" dirty="0">
                <a:solidFill>
                  <a:schemeClr val="tx1"/>
                </a:solidFill>
              </a:rPr>
              <a:t>Used to build SPA navigation without reloading pages.</a:t>
            </a:r>
          </a:p>
          <a:p>
            <a:endParaRPr lang="en-GB" sz="1900" b="1" dirty="0">
              <a:solidFill>
                <a:schemeClr val="tx1"/>
              </a:solidFill>
            </a:endParaRPr>
          </a:p>
          <a:p>
            <a:r>
              <a:rPr lang="en-GB" sz="1900" b="1" dirty="0">
                <a:solidFill>
                  <a:schemeClr val="tx1"/>
                </a:solidFill>
              </a:rPr>
              <a:t>6. TypeScript Support</a:t>
            </a:r>
          </a:p>
          <a:p>
            <a:r>
              <a:rPr lang="en-GB" sz="1900" dirty="0">
                <a:solidFill>
                  <a:schemeClr val="tx1"/>
                </a:solidFill>
              </a:rPr>
              <a:t>Angular is built using TypeScript, offering static typing,</a:t>
            </a:r>
          </a:p>
          <a:p>
            <a:r>
              <a:rPr lang="en-GB" sz="1900" dirty="0">
                <a:solidFill>
                  <a:schemeClr val="tx1"/>
                </a:solidFill>
              </a:rPr>
              <a:t>interfaces, and better tooling.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A990BA9-459A-C67C-E7C3-45A794DB561B}"/>
              </a:ext>
            </a:extLst>
          </p:cNvPr>
          <p:cNvGraphicFramePr/>
          <p:nvPr/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Exploring Angular's Component-Based Architecture | by Ausaf Ahmad | Medium">
            <a:extLst>
              <a:ext uri="{FF2B5EF4-FFF2-40B4-BE49-F238E27FC236}">
                <a16:creationId xmlns:a16="http://schemas.microsoft.com/office/drawing/2014/main" id="{90750B20-E911-98E7-C45B-80190D874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086" y="1718843"/>
            <a:ext cx="4440594" cy="444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5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71EA-4FC1-3254-850C-D79686B8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11791-014B-AAC6-362D-F2091EF8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81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1800" b="1" dirty="0">
                <a:solidFill>
                  <a:schemeClr val="tx1"/>
                </a:solidFill>
              </a:rPr>
              <a:t>7. Forms (Template &amp; Reactive)</a:t>
            </a:r>
          </a:p>
          <a:p>
            <a:r>
              <a:rPr lang="en-GB" sz="1800" dirty="0">
                <a:solidFill>
                  <a:schemeClr val="tx1"/>
                </a:solidFill>
              </a:rPr>
              <a:t>Angular supports both simple template-driven forms</a:t>
            </a:r>
          </a:p>
          <a:p>
            <a:r>
              <a:rPr lang="en-GB" sz="1800" dirty="0">
                <a:solidFill>
                  <a:schemeClr val="tx1"/>
                </a:solidFill>
              </a:rPr>
              <a:t>and powerful, scalable reactive forms.</a:t>
            </a:r>
          </a:p>
          <a:p>
            <a:endParaRPr lang="en-GB" sz="1800" dirty="0">
              <a:solidFill>
                <a:schemeClr val="tx1"/>
              </a:solidFill>
            </a:endParaRPr>
          </a:p>
          <a:p>
            <a:r>
              <a:rPr lang="en-GB" sz="1800" b="1" dirty="0">
                <a:solidFill>
                  <a:schemeClr val="tx1"/>
                </a:solidFill>
              </a:rPr>
              <a:t>8. Pipes</a:t>
            </a:r>
          </a:p>
          <a:p>
            <a:r>
              <a:rPr lang="en-GB" sz="1800" dirty="0">
                <a:solidFill>
                  <a:schemeClr val="tx1"/>
                </a:solidFill>
              </a:rPr>
              <a:t>Pipes transform data directly in templates (e.g., date,</a:t>
            </a:r>
          </a:p>
          <a:p>
            <a:r>
              <a:rPr lang="en-GB" sz="1800" dirty="0">
                <a:solidFill>
                  <a:schemeClr val="tx1"/>
                </a:solidFill>
              </a:rPr>
              <a:t>currency, uppercase).</a:t>
            </a:r>
          </a:p>
          <a:p>
            <a:endParaRPr lang="en-GB" sz="1800" dirty="0">
              <a:solidFill>
                <a:schemeClr val="tx1"/>
              </a:solidFill>
            </a:endParaRPr>
          </a:p>
          <a:p>
            <a:r>
              <a:rPr lang="en-GB" sz="1800" b="1" dirty="0">
                <a:solidFill>
                  <a:schemeClr val="tx1"/>
                </a:solidFill>
              </a:rPr>
              <a:t>9. Angular CLI</a:t>
            </a:r>
          </a:p>
          <a:p>
            <a:r>
              <a:rPr lang="en-GB" sz="1800" dirty="0">
                <a:solidFill>
                  <a:schemeClr val="tx1"/>
                </a:solidFill>
              </a:rPr>
              <a:t>A robust command-line tool for generating files,</a:t>
            </a:r>
          </a:p>
          <a:p>
            <a:r>
              <a:rPr lang="en-GB" sz="1800" dirty="0">
                <a:solidFill>
                  <a:schemeClr val="tx1"/>
                </a:solidFill>
              </a:rPr>
              <a:t>running servers, testing, and building production apps.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D2D438A-0637-56A8-440F-854967BB4689}"/>
              </a:ext>
            </a:extLst>
          </p:cNvPr>
          <p:cNvGraphicFramePr/>
          <p:nvPr/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Exploring Angular's Component-Based Architecture | by Ausaf Ahmad | Medium">
            <a:extLst>
              <a:ext uri="{FF2B5EF4-FFF2-40B4-BE49-F238E27FC236}">
                <a16:creationId xmlns:a16="http://schemas.microsoft.com/office/drawing/2014/main" id="{DC018990-0967-2F79-25B5-98445C480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086" y="1718843"/>
            <a:ext cx="4440594" cy="444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25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53D8-5C34-E8C4-5279-E6A17936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9F07EB-162A-55EA-14DB-706A09E17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17240"/>
              </p:ext>
            </p:extLst>
          </p:nvPr>
        </p:nvGraphicFramePr>
        <p:xfrm>
          <a:off x="1096963" y="1931437"/>
          <a:ext cx="10058400" cy="419610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27257373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528882230"/>
                    </a:ext>
                  </a:extLst>
                </a:gridCol>
              </a:tblGrid>
              <a:tr h="508003">
                <a:tc>
                  <a:txBody>
                    <a:bodyPr/>
                    <a:lstStyle/>
                    <a:p>
                      <a:r>
                        <a:rPr lang="en-GB" dirty="0"/>
                        <a:t>Features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798260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/>
                        <a:t>Components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Reusable UI building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907785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/>
                        <a:t>Directives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Modify DOM </a:t>
                      </a: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 and structure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803655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/>
                        <a:t>Pipes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Transform output inside templates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331427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/>
                        <a:t>Routing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SPA navigation without page reload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11000"/>
                  </a:ext>
                </a:extLst>
              </a:tr>
              <a:tr h="608546">
                <a:tc>
                  <a:txBody>
                    <a:bodyPr/>
                    <a:lstStyle/>
                    <a:p>
                      <a:r>
                        <a:rPr lang="en-IN" dirty="0"/>
                        <a:t>Services &amp;</a:t>
                      </a:r>
                    </a:p>
                    <a:p>
                      <a:r>
                        <a:rPr lang="en-IN" dirty="0"/>
                        <a:t>DI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Share logic across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22717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/>
                        <a:t>Forms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Template-driven &amp; reactive form 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075377"/>
                  </a:ext>
                </a:extLst>
              </a:tr>
              <a:tr h="508003">
                <a:tc>
                  <a:txBody>
                    <a:bodyPr/>
                    <a:lstStyle/>
                    <a:p>
                      <a:r>
                        <a:rPr lang="en-IN" dirty="0" err="1"/>
                        <a:t>RxJS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Reactive programming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83477"/>
                  </a:ext>
                </a:extLst>
              </a:tr>
            </a:tbl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8351CFE-2C0D-87F1-D488-342B5BAD4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2455885"/>
              </p:ext>
            </p:extLst>
          </p:nvPr>
        </p:nvGraphicFramePr>
        <p:xfrm>
          <a:off x="1096963" y="268201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318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BAAA85F-3B7C-7624-803F-E9D2926048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892364"/>
              </p:ext>
            </p:extLst>
          </p:nvPr>
        </p:nvGraphicFramePr>
        <p:xfrm>
          <a:off x="1097280" y="286604"/>
          <a:ext cx="9939914" cy="120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3D8C263-EA2E-AFA0-D38B-2CBB68EDB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130004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2966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948E728-304F-7962-EB7B-B5D818D9B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995470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552AF7-4D34-A6F0-9D57-F058F4D4B0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250549"/>
              </p:ext>
            </p:extLst>
          </p:nvPr>
        </p:nvGraphicFramePr>
        <p:xfrm>
          <a:off x="1097279" y="1875453"/>
          <a:ext cx="10058398" cy="4385378"/>
        </p:xfrm>
        <a:graphic>
          <a:graphicData uri="http://schemas.openxmlformats.org/drawingml/2006/table">
            <a:tbl>
              <a:tblPr/>
              <a:tblGrid>
                <a:gridCol w="4613056">
                  <a:extLst>
                    <a:ext uri="{9D8B030D-6E8A-4147-A177-3AD203B41FA5}">
                      <a16:colId xmlns:a16="http://schemas.microsoft.com/office/drawing/2014/main" val="2004912193"/>
                    </a:ext>
                  </a:extLst>
                </a:gridCol>
                <a:gridCol w="5445342">
                  <a:extLst>
                    <a:ext uri="{9D8B030D-6E8A-4147-A177-3AD203B41FA5}">
                      <a16:colId xmlns:a16="http://schemas.microsoft.com/office/drawing/2014/main" val="458425617"/>
                    </a:ext>
                  </a:extLst>
                </a:gridCol>
              </a:tblGrid>
              <a:tr h="34343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Folder / File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445169"/>
                  </a:ext>
                </a:extLst>
              </a:tr>
              <a:tr h="34343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</a:t>
                      </a:r>
                      <a:r>
                        <a:rPr lang="en-IN" sz="1400" b="1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/</a:t>
                      </a:r>
                      <a:endParaRPr lang="en-IN" sz="1400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Main source folder containing the application code.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91732"/>
                  </a:ext>
                </a:extLst>
              </a:tr>
              <a:tr h="58119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src/main.ts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Entry point of the application; bootstraps the root component.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736082"/>
                  </a:ext>
                </a:extLst>
              </a:tr>
              <a:tr h="34343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src/index.html</a:t>
                      </a:r>
                      <a:endParaRPr lang="en-IN" sz="1400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Root HTML file; contains the </a:t>
                      </a:r>
                      <a:r>
                        <a:rPr lang="en-IN" sz="1400" b="0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&lt;app-root&gt;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selector.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013876"/>
                  </a:ext>
                </a:extLst>
              </a:tr>
              <a:tr h="58119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src/app/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Contains all components, services, pipes, routes, and modules.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969212"/>
                  </a:ext>
                </a:extLst>
              </a:tr>
              <a:tr h="34343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src/assets/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Static files such as images, JSON data, and icons.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94622"/>
                  </a:ext>
                </a:extLst>
              </a:tr>
              <a:tr h="58119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src/environments/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Environment-specific configuration (e.g., development &amp; production).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534917"/>
                  </a:ext>
                </a:extLst>
              </a:tr>
              <a:tr h="58119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angular.json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Angular workspace configuration (build, serve, assets, styles).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282262"/>
                  </a:ext>
                </a:extLst>
              </a:tr>
              <a:tr h="34343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package.json</a:t>
                      </a:r>
                      <a:endParaRPr lang="en-IN" sz="1400" b="1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Lists application dependencies and npm scripts.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397370"/>
                  </a:ext>
                </a:extLst>
              </a:tr>
              <a:tr h="34343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i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tsconfig.json</a:t>
                      </a:r>
                      <a:endParaRPr lang="en-IN" sz="1400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TypeScript compiler configuration.</a:t>
                      </a:r>
                    </a:p>
                  </a:txBody>
                  <a:tcPr marL="42704" marR="42704" marT="28469" marB="284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7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2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CBA8-4F0E-A7B4-DA75-5465473E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894001-48F3-2A21-0C60-C6B327130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669210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D439-F046-2483-4A7F-BF41A96E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/>
          </a:bodyPr>
          <a:lstStyle/>
          <a:p>
            <a:r>
              <a:rPr lang="en-IN" b="1" dirty="0"/>
              <a:t>Basic Project Flow</a:t>
            </a:r>
          </a:p>
          <a:p>
            <a:endParaRPr lang="en-IN" b="1" dirty="0"/>
          </a:p>
          <a:p>
            <a:r>
              <a:rPr lang="en-IN" b="1" dirty="0"/>
              <a:t>• </a:t>
            </a:r>
            <a:r>
              <a:rPr lang="en-IN" b="1" dirty="0" err="1"/>
              <a:t>main.ts</a:t>
            </a:r>
            <a:r>
              <a:rPr lang="en-IN" b="1" dirty="0"/>
              <a:t> </a:t>
            </a:r>
            <a:r>
              <a:rPr lang="en-IN" dirty="0"/>
              <a:t>→ bootstraps </a:t>
            </a:r>
            <a:r>
              <a:rPr lang="en-IN" dirty="0" err="1"/>
              <a:t>AppComponent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 err="1"/>
              <a:t>app.component.ts</a:t>
            </a:r>
            <a:r>
              <a:rPr lang="en-IN" b="1" dirty="0"/>
              <a:t> </a:t>
            </a:r>
            <a:r>
              <a:rPr lang="en-IN" dirty="0"/>
              <a:t>→ main root component</a:t>
            </a:r>
          </a:p>
          <a:p>
            <a:r>
              <a:rPr lang="en-IN" dirty="0"/>
              <a:t>• </a:t>
            </a:r>
            <a:r>
              <a:rPr lang="en-IN" b="1" dirty="0"/>
              <a:t>components/ </a:t>
            </a:r>
            <a:r>
              <a:rPr lang="en-IN" dirty="0"/>
              <a:t>→ reusable UI parts</a:t>
            </a:r>
          </a:p>
          <a:p>
            <a:r>
              <a:rPr lang="en-IN" dirty="0"/>
              <a:t>• </a:t>
            </a:r>
            <a:r>
              <a:rPr lang="en-IN" b="1" dirty="0"/>
              <a:t>services/ </a:t>
            </a:r>
            <a:r>
              <a:rPr lang="en-IN" dirty="0"/>
              <a:t>→ shared logic &amp; API calls</a:t>
            </a:r>
          </a:p>
          <a:p>
            <a:r>
              <a:rPr lang="en-IN" dirty="0"/>
              <a:t>• </a:t>
            </a:r>
            <a:r>
              <a:rPr lang="en-IN" b="1" dirty="0"/>
              <a:t>routing</a:t>
            </a:r>
            <a:r>
              <a:rPr lang="en-IN" dirty="0"/>
              <a:t> → navigation setup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6D61A-8929-E804-2553-8BA1F52B5B02}"/>
              </a:ext>
            </a:extLst>
          </p:cNvPr>
          <p:cNvSpPr txBox="1"/>
          <p:nvPr/>
        </p:nvSpPr>
        <p:spPr>
          <a:xfrm>
            <a:off x="6326155" y="1884784"/>
            <a:ext cx="48295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Potential Setup Issues</a:t>
            </a:r>
          </a:p>
          <a:p>
            <a:endParaRPr lang="en-IN" b="1" dirty="0"/>
          </a:p>
          <a:p>
            <a:r>
              <a:rPr lang="en-IN" dirty="0"/>
              <a:t>If you encounter PowerShell execution policy errors:</a:t>
            </a:r>
          </a:p>
          <a:p>
            <a:endParaRPr lang="en-IN" dirty="0"/>
          </a:p>
          <a:p>
            <a:r>
              <a:rPr lang="en-IN" b="1" dirty="0"/>
              <a:t>Set-</a:t>
            </a:r>
            <a:r>
              <a:rPr lang="en-IN" b="1" dirty="0" err="1"/>
              <a:t>ExecutionPolicy</a:t>
            </a:r>
            <a:r>
              <a:rPr lang="en-IN" b="1" dirty="0"/>
              <a:t> -Scope </a:t>
            </a:r>
            <a:r>
              <a:rPr lang="en-IN" b="1" dirty="0" err="1"/>
              <a:t>CurrentUser</a:t>
            </a:r>
            <a:r>
              <a:rPr lang="en-IN" b="1" dirty="0"/>
              <a:t> -</a:t>
            </a:r>
          </a:p>
          <a:p>
            <a:r>
              <a:rPr lang="en-IN" b="1" dirty="0" err="1"/>
              <a:t>ExecutionPolicy</a:t>
            </a:r>
            <a:r>
              <a:rPr lang="en-IN" b="1" dirty="0"/>
              <a:t> </a:t>
            </a:r>
            <a:r>
              <a:rPr lang="en-IN" b="1" dirty="0" err="1"/>
              <a:t>RemoteSigned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Type yes when prompted.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76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848614-D0F6-6EB0-9C88-315C78E96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933574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C9F3-63A5-7972-B96D-0FDA2D3E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AngularJS?</a:t>
            </a:r>
          </a:p>
          <a:p>
            <a:r>
              <a:rPr lang="en-IN" dirty="0"/>
              <a:t>AngularJS is an open-source, JavaScript-based front-end framework developed by Google to build dynamic single-page web applications (SPAs).</a:t>
            </a:r>
          </a:p>
          <a:p>
            <a:endParaRPr lang="en-IN" dirty="0"/>
          </a:p>
          <a:p>
            <a:r>
              <a:rPr lang="en-IN" b="1" dirty="0"/>
              <a:t>Why We Use AngularJS?</a:t>
            </a:r>
          </a:p>
          <a:p>
            <a:r>
              <a:rPr lang="en-IN" dirty="0"/>
              <a:t>It provides two-way data binding and an MVC architecture, allowing developers to build responsive, single-page applications with reusable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967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D78DAC-2F28-7BA6-CA58-0D895A78434D}"/>
              </a:ext>
            </a:extLst>
          </p:cNvPr>
          <p:cNvGraphicFramePr/>
          <p:nvPr/>
        </p:nvGraphicFramePr>
        <p:xfrm>
          <a:off x="1097280" y="0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7303D061-43C3-7362-E38C-AD7DB48F2B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952" y="1709930"/>
            <a:ext cx="9904095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Features of Angular 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Two-Way Data Binding: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automatically synchronizes data between the model and the view, meaning any change in the UI instantly updates the underlying data, and vice versa.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MVC Architecture: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separates the application into Model (data), View (UI), and Controller (logic), making code organized and easier to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Directives: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extends standard HTML by adding custom attributes (like ng-model or ng-repeat), allowing you to create dynamic and reusable UI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Injection: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automatically supplies required objects or services to your components, making the application highly modular and much easier to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 Page Application (SPA) Routing: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loads a single web page and dynamically swaps out views as the user interacts, eliminating the need for slow page reloads.</a:t>
            </a:r>
          </a:p>
        </p:txBody>
      </p:sp>
    </p:spTree>
    <p:extLst>
      <p:ext uri="{BB962C8B-B14F-4D97-AF65-F5344CB8AC3E}">
        <p14:creationId xmlns:p14="http://schemas.microsoft.com/office/powerpoint/2010/main" val="413409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EB08-565A-93B7-FFD5-9FEF1A87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570EBC-C594-3D41-F43E-A837C30C09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710413"/>
              </p:ext>
            </p:extLst>
          </p:nvPr>
        </p:nvGraphicFramePr>
        <p:xfrm>
          <a:off x="1097280" y="0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4ADFEDE1-2DB6-3E71-B12A-B637E532D5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11819"/>
            <a:ext cx="9904095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 and create your first Angular Project </a:t>
            </a:r>
          </a:p>
        </p:txBody>
      </p:sp>
    </p:spTree>
    <p:extLst>
      <p:ext uri="{BB962C8B-B14F-4D97-AF65-F5344CB8AC3E}">
        <p14:creationId xmlns:p14="http://schemas.microsoft.com/office/powerpoint/2010/main" val="2280324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797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ANGULAR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Raj kumar</cp:lastModifiedBy>
  <cp:revision>49</cp:revision>
  <dcterms:created xsi:type="dcterms:W3CDTF">2026-05-28T09:27:23Z</dcterms:created>
  <dcterms:modified xsi:type="dcterms:W3CDTF">2026-06-03T17:58:51Z</dcterms:modified>
</cp:coreProperties>
</file>